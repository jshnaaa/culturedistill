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E95"/>
    <a:srgbClr val="F6DC96"/>
    <a:srgbClr val="617D58"/>
    <a:srgbClr val="C0CEB6"/>
    <a:srgbClr val="ABB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7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26" Type="http://schemas.microsoft.com/office/2007/relationships/hdphoto" Target="../media/hdphoto14.wdp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5" Type="http://schemas.microsoft.com/office/2007/relationships/hdphoto" Target="../media/hdphoto13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24" Type="http://schemas.microsoft.com/office/2007/relationships/hdphoto" Target="../media/hdphoto12.wdp"/><Relationship Id="rId5" Type="http://schemas.openxmlformats.org/officeDocument/2006/relationships/image" Target="../media/image2.png"/><Relationship Id="rId15" Type="http://schemas.microsoft.com/office/2007/relationships/hdphoto" Target="../media/hdphoto6.wdp"/><Relationship Id="rId23" Type="http://schemas.microsoft.com/office/2007/relationships/hdphoto" Target="../media/hdphoto11.wdp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microsoft.com/office/2007/relationships/hdphoto" Target="../media/hdphoto2.wdp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microsoft.com/office/2007/relationships/hdphoto" Target="../media/hdphoto10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26" Type="http://schemas.microsoft.com/office/2007/relationships/hdphoto" Target="../media/hdphoto14.wdp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5" Type="http://schemas.microsoft.com/office/2007/relationships/hdphoto" Target="../media/hdphoto13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24" Type="http://schemas.microsoft.com/office/2007/relationships/hdphoto" Target="../media/hdphoto12.wdp"/><Relationship Id="rId5" Type="http://schemas.openxmlformats.org/officeDocument/2006/relationships/image" Target="../media/image2.png"/><Relationship Id="rId15" Type="http://schemas.microsoft.com/office/2007/relationships/hdphoto" Target="../media/hdphoto6.wdp"/><Relationship Id="rId23" Type="http://schemas.microsoft.com/office/2007/relationships/hdphoto" Target="../media/hdphoto11.wdp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microsoft.com/office/2007/relationships/hdphoto" Target="../media/hdphoto2.wdp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microsoft.com/office/2007/relationships/hdphoto" Target="../media/hdphoto10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7155" y="377190"/>
            <a:ext cx="12018645" cy="5694680"/>
            <a:chOff x="273" y="594"/>
            <a:chExt cx="18927" cy="8968"/>
          </a:xfrm>
        </p:grpSpPr>
        <p:grpSp>
          <p:nvGrpSpPr>
            <p:cNvPr id="77" name="组合 76"/>
            <p:cNvGrpSpPr/>
            <p:nvPr/>
          </p:nvGrpSpPr>
          <p:grpSpPr>
            <a:xfrm>
              <a:off x="273" y="594"/>
              <a:ext cx="18927" cy="8968"/>
              <a:chOff x="173180" y="191040"/>
              <a:chExt cx="12018820" cy="5694814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173180" y="191040"/>
                <a:ext cx="12018820" cy="5694814"/>
                <a:chOff x="86589" y="176050"/>
                <a:chExt cx="12018820" cy="5694814"/>
              </a:xfrm>
            </p:grpSpPr>
            <p:grpSp>
              <p:nvGrpSpPr>
                <p:cNvPr id="69" name="组合 68"/>
                <p:cNvGrpSpPr/>
                <p:nvPr/>
              </p:nvGrpSpPr>
              <p:grpSpPr>
                <a:xfrm>
                  <a:off x="6165271" y="181841"/>
                  <a:ext cx="5940138" cy="5689023"/>
                  <a:chOff x="6165271" y="181841"/>
                  <a:chExt cx="5940138" cy="5689023"/>
                </a:xfrm>
              </p:grpSpPr>
              <p:sp>
                <p:nvSpPr>
                  <p:cNvPr id="3" name="Rounded Rectangle 2"/>
                  <p:cNvSpPr/>
                  <p:nvPr/>
                </p:nvSpPr>
                <p:spPr>
                  <a:xfrm>
                    <a:off x="6165273" y="181841"/>
                    <a:ext cx="5940136" cy="5689023"/>
                  </a:xfrm>
                  <a:prstGeom prst="roundRect">
                    <a:avLst/>
                  </a:prstGeom>
                  <a:solidFill>
                    <a:srgbClr val="EEF3EA"/>
                  </a:solidFill>
                  <a:ln w="17780">
                    <a:solidFill>
                      <a:srgbClr val="829476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6165271" y="190088"/>
                    <a:ext cx="5940135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2: </a:t>
                    </a:r>
                    <a:r>
                      <a:rPr lang="en-US" altLang="zh-CN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Culture-Aware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Hybrid Adaptive Distillation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CAHAD</a:t>
                    </a:r>
                  </a:p>
                </p:txBody>
              </p:sp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8368633" y="1509589"/>
                    <a:ext cx="1125682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LLM</a:t>
                    </a:r>
                  </a:p>
                </p:txBody>
              </p:sp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6493614" y="2299218"/>
                    <a:ext cx="142875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Adaptive mixer</a:t>
                    </a:r>
                  </a:p>
                </p:txBody>
              </p:sp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6501074" y="4367973"/>
                    <a:ext cx="762000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Hit-rate</a:t>
                    </a:r>
                  </a:p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feedback</a:t>
                    </a:r>
                  </a:p>
                </p:txBody>
              </p:sp>
              <p:sp>
                <p:nvSpPr>
                  <p:cNvPr id="133" name="TextBox 132"/>
                  <p:cNvSpPr txBox="1"/>
                  <p:nvPr/>
                </p:nvSpPr>
                <p:spPr>
                  <a:xfrm>
                    <a:off x="8252114" y="2123557"/>
                    <a:ext cx="1186296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587E95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Guide branch</a:t>
                    </a:r>
                  </a:p>
                </p:txBody>
              </p:sp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8278091" y="2612186"/>
                    <a:ext cx="1298864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50" b="0" i="0" dirty="0">
                        <a:solidFill>
                          <a:srgbClr val="47617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Guardian guide signal</a:t>
                    </a:r>
                  </a:p>
                </p:txBody>
              </p:sp>
              <p:sp>
                <p:nvSpPr>
                  <p:cNvPr id="136" name="Rounded Rectangle 135"/>
                  <p:cNvSpPr/>
                  <p:nvPr/>
                </p:nvSpPr>
                <p:spPr>
                  <a:xfrm>
                    <a:off x="9776114" y="2034886"/>
                    <a:ext cx="1404129" cy="666750"/>
                  </a:xfrm>
                  <a:prstGeom prst="roundRect">
                    <a:avLst/>
                  </a:prstGeom>
                  <a:solidFill>
                    <a:srgbClr val="DBE5E9"/>
                  </a:solidFill>
                  <a:ln w="1270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Online RL</a:t>
                    </a: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8269431" y="3222722"/>
                    <a:ext cx="125353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Anchor branch</a:t>
                    </a:r>
                  </a:p>
                </p:txBody>
              </p:sp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8237212" y="3815970"/>
                    <a:ext cx="135081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0" i="0" dirty="0">
                        <a:solidFill>
                          <a:srgbClr val="4B6243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 answer</a:t>
                    </a:r>
                  </a:p>
                </p:txBody>
              </p:sp>
              <p:sp>
                <p:nvSpPr>
                  <p:cNvPr id="141" name="Rounded Rectangle 140"/>
                  <p:cNvSpPr/>
                  <p:nvPr/>
                </p:nvSpPr>
                <p:spPr>
                  <a:xfrm>
                    <a:off x="9776114" y="3272390"/>
                    <a:ext cx="1404129" cy="666750"/>
                  </a:xfrm>
                  <a:prstGeom prst="roundRect">
                    <a:avLst/>
                  </a:prstGeom>
                  <a:solidFill>
                    <a:srgbClr val="DDE4D2"/>
                  </a:solidFill>
                  <a:ln w="1270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Cross-Entropy SFT</a:t>
                    </a:r>
                  </a:p>
                </p:txBody>
              </p:sp>
              <p:sp>
                <p:nvSpPr>
                  <p:cNvPr id="144" name="TextBox 143"/>
                  <p:cNvSpPr txBox="1"/>
                  <p:nvPr/>
                </p:nvSpPr>
                <p:spPr>
                  <a:xfrm>
                    <a:off x="7247659" y="4997096"/>
                    <a:ext cx="129886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response</a:t>
                    </a:r>
                  </a:p>
                </p:txBody>
              </p:sp>
              <p:sp>
                <p:nvSpPr>
                  <p:cNvPr id="154" name="Rounded Rectangle 153"/>
                  <p:cNvSpPr/>
                  <p:nvPr/>
                </p:nvSpPr>
                <p:spPr>
                  <a:xfrm>
                    <a:off x="9755814" y="5094446"/>
                    <a:ext cx="1030432" cy="311727"/>
                  </a:xfrm>
                  <a:prstGeom prst="roundRect">
                    <a:avLst/>
                  </a:prstGeom>
                  <a:solidFill>
                    <a:srgbClr val="E2D5BF"/>
                  </a:solidFill>
                  <a:ln w="10160">
                    <a:solidFill>
                      <a:srgbClr val="B1A08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Benchmark</a:t>
                    </a:r>
                  </a:p>
                </p:txBody>
              </p:sp>
              <p:sp>
                <p:nvSpPr>
                  <p:cNvPr id="160" name="TextBox 159"/>
                  <p:cNvSpPr txBox="1"/>
                  <p:nvPr/>
                </p:nvSpPr>
                <p:spPr>
                  <a:xfrm rot="5400000">
                    <a:off x="10142504" y="3003337"/>
                    <a:ext cx="3370802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Joint SFT-RL Optimization Loop</a:t>
                    </a:r>
                  </a:p>
                </p:txBody>
              </p:sp>
              <p:grpSp>
                <p:nvGrpSpPr>
                  <p:cNvPr id="207" name="组合 206"/>
                  <p:cNvGrpSpPr/>
                  <p:nvPr/>
                </p:nvGrpSpPr>
                <p:grpSpPr>
                  <a:xfrm>
                    <a:off x="8226137" y="4460004"/>
                    <a:ext cx="1350818" cy="952133"/>
                    <a:chOff x="8226137" y="4909704"/>
                    <a:chExt cx="1350818" cy="952133"/>
                  </a:xfrm>
                </p:grpSpPr>
                <p:sp>
                  <p:nvSpPr>
                    <p:cNvPr id="148" name="TextBox 147"/>
                    <p:cNvSpPr txBox="1"/>
                    <p:nvPr/>
                  </p:nvSpPr>
                  <p:spPr>
                    <a:xfrm>
                      <a:off x="8226137" y="5646393"/>
                      <a:ext cx="135081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Student</a:t>
                      </a:r>
                      <a:r>
                        <a:rPr lang="zh-CN" altLang="en-US"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LLM</a:t>
                      </a:r>
                    </a:p>
                  </p:txBody>
                </p:sp>
                <p:pic>
                  <p:nvPicPr>
                    <p:cNvPr id="177" name="图片 176"/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ackgroundRemoval t="65430" b="85985" l="87868" r="98325"/>
                              </a14:imgEffect>
                            </a14:imgLayer>
                          </a14:imgProps>
                        </a:ext>
                      </a:extLst>
                    </a:blip>
                    <a:srcRect l="86561" t="62861" r="368" b="11446"/>
                    <a:stretch>
                      <a:fillRect/>
                    </a:stretch>
                  </p:blipFill>
                  <p:spPr>
                    <a:xfrm>
                      <a:off x="8572500" y="4909704"/>
                      <a:ext cx="655182" cy="70077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1" name="图片 250"/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65430" b="85985" l="87868" r="98325"/>
                            </a14:imgEffect>
                          </a14:imgLayer>
                        </a14:imgProps>
                      </a:ext>
                    </a:extLst>
                  </a:blip>
                  <a:srcRect l="86561" t="62861" r="368" b="11446"/>
                  <a:stretch>
                    <a:fillRect/>
                  </a:stretch>
                </p:blipFill>
                <p:spPr>
                  <a:xfrm>
                    <a:off x="8586660" y="865510"/>
                    <a:ext cx="655182" cy="700771"/>
                  </a:xfrm>
                  <a:prstGeom prst="rect">
                    <a:avLst/>
                  </a:prstGeom>
                </p:spPr>
              </p:pic>
              <p:pic>
                <p:nvPicPr>
                  <p:cNvPr id="258" name="图片 257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9939575" y="4536499"/>
                    <a:ext cx="528259" cy="528259"/>
                  </a:xfrm>
                  <a:prstGeom prst="rect">
                    <a:avLst/>
                  </a:prstGeom>
                </p:spPr>
              </p:pic>
              <p:cxnSp>
                <p:nvCxnSpPr>
                  <p:cNvPr id="263" name="肘形连接符 262"/>
                  <p:cNvCxnSpPr>
                    <a:endCxn id="124" idx="2"/>
                  </p:cNvCxnSpPr>
                  <p:nvPr/>
                </p:nvCxnSpPr>
                <p:spPr>
                  <a:xfrm rot="5400000" flipH="1" flipV="1">
                    <a:off x="5738997" y="4356465"/>
                    <a:ext cx="2184932" cy="506293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肘形连接符 264"/>
                  <p:cNvCxnSpPr>
                    <a:stCxn id="177" idx="1"/>
                    <a:endCxn id="124" idx="4"/>
                  </p:cNvCxnSpPr>
                  <p:nvPr/>
                </p:nvCxnSpPr>
                <p:spPr>
                  <a:xfrm rot="10800000">
                    <a:off x="7264610" y="3697146"/>
                    <a:ext cx="1307890" cy="1113245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肘形连接符 267"/>
                  <p:cNvCxnSpPr>
                    <a:stCxn id="251" idx="3"/>
                    <a:endCxn id="258" idx="3"/>
                  </p:cNvCxnSpPr>
                  <p:nvPr/>
                </p:nvCxnSpPr>
                <p:spPr>
                  <a:xfrm>
                    <a:off x="9241842" y="1215896"/>
                    <a:ext cx="1225992" cy="3584733"/>
                  </a:xfrm>
                  <a:prstGeom prst="bentConnector3">
                    <a:avLst>
                      <a:gd name="adj1" fmla="val 192008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肘形连接符 17"/>
                  <p:cNvCxnSpPr>
                    <a:stCxn id="258" idx="1"/>
                  </p:cNvCxnSpPr>
                  <p:nvPr/>
                </p:nvCxnSpPr>
                <p:spPr>
                  <a:xfrm rot="10800000">
                    <a:off x="9241843" y="4800629"/>
                    <a:ext cx="697733" cy="1"/>
                  </a:xfrm>
                  <a:prstGeom prst="bentConnector3">
                    <a:avLst>
                      <a:gd name="adj1" fmla="val 50000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斜纹 21"/>
                  <p:cNvSpPr/>
                  <p:nvPr/>
                </p:nvSpPr>
                <p:spPr>
                  <a:xfrm rot="7068015" flipV="1">
                    <a:off x="7436845" y="2608098"/>
                    <a:ext cx="935310" cy="365845"/>
                  </a:xfrm>
                  <a:prstGeom prst="diagStripe">
                    <a:avLst/>
                  </a:prstGeom>
                  <a:solidFill>
                    <a:srgbClr val="ABBECC"/>
                  </a:solidFill>
                  <a:ln>
                    <a:solidFill>
                      <a:srgbClr val="587E9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4" name="Right Arrow 133"/>
                  <p:cNvSpPr/>
                  <p:nvPr/>
                </p:nvSpPr>
                <p:spPr>
                  <a:xfrm>
                    <a:off x="8094892" y="2268681"/>
                    <a:ext cx="1689880" cy="432954"/>
                  </a:xfrm>
                  <a:prstGeom prst="rightArrow">
                    <a:avLst/>
                  </a:prstGeom>
                  <a:solidFill>
                    <a:srgbClr val="AABECC"/>
                  </a:solidFill>
                  <a:ln w="1016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 rot="3021261">
                    <a:off x="7459085" y="3273768"/>
                    <a:ext cx="845152" cy="153460"/>
                  </a:xfrm>
                  <a:prstGeom prst="rect">
                    <a:avLst/>
                  </a:prstGeom>
                  <a:solidFill>
                    <a:srgbClr val="C0CEB6"/>
                  </a:solidFill>
                  <a:ln>
                    <a:solidFill>
                      <a:srgbClr val="617D58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9" name="Right Arrow 138"/>
                  <p:cNvSpPr/>
                  <p:nvPr/>
                </p:nvSpPr>
                <p:spPr>
                  <a:xfrm>
                    <a:off x="8094892" y="3392382"/>
                    <a:ext cx="1689880" cy="432954"/>
                  </a:xfrm>
                  <a:prstGeom prst="rightArrow">
                    <a:avLst/>
                  </a:prstGeom>
                  <a:solidFill>
                    <a:srgbClr val="C0CDB6"/>
                  </a:solidFill>
                  <a:ln w="1016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26" name="肘形连接符 25"/>
                  <p:cNvCxnSpPr>
                    <a:endCxn id="141" idx="3"/>
                  </p:cNvCxnSpPr>
                  <p:nvPr/>
                </p:nvCxnSpPr>
                <p:spPr>
                  <a:xfrm flipH="1" flipV="1">
                    <a:off x="11180243" y="3605765"/>
                    <a:ext cx="434541" cy="2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肘形连接符 25"/>
                  <p:cNvCxnSpPr>
                    <a:endCxn id="136" idx="3"/>
                  </p:cNvCxnSpPr>
                  <p:nvPr/>
                </p:nvCxnSpPr>
                <p:spPr>
                  <a:xfrm flipH="1">
                    <a:off x="11180243" y="2368261"/>
                    <a:ext cx="434541" cy="0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9" name="组合 258"/>
                  <p:cNvGrpSpPr/>
                  <p:nvPr/>
                </p:nvGrpSpPr>
                <p:grpSpPr>
                  <a:xfrm>
                    <a:off x="6758490" y="2755874"/>
                    <a:ext cx="1004455" cy="941271"/>
                    <a:chOff x="6857999" y="2526623"/>
                    <a:chExt cx="1004455" cy="941271"/>
                  </a:xfrm>
                </p:grpSpPr>
                <p:sp>
                  <p:nvSpPr>
                    <p:cNvPr id="122" name="Isosceles Triangle 121"/>
                    <p:cNvSpPr/>
                    <p:nvPr/>
                  </p:nvSpPr>
                  <p:spPr>
                    <a:xfrm rot="10800000">
                      <a:off x="6857999" y="2526623"/>
                      <a:ext cx="1004455" cy="607561"/>
                    </a:xfrm>
                    <a:prstGeom prst="triangle">
                      <a:avLst/>
                    </a:prstGeom>
                    <a:solidFill>
                      <a:srgbClr val="B2C6C6"/>
                    </a:solidFill>
                    <a:ln w="1270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3" name="Rectangle 122"/>
                    <p:cNvSpPr/>
                    <p:nvPr/>
                  </p:nvSpPr>
                  <p:spPr>
                    <a:xfrm>
                      <a:off x="7299614" y="3030681"/>
                      <a:ext cx="121227" cy="242455"/>
                    </a:xfrm>
                    <a:prstGeom prst="rect">
                      <a:avLst/>
                    </a:prstGeom>
                    <a:solidFill>
                      <a:srgbClr val="B2C6C6"/>
                    </a:solidFill>
                    <a:ln w="1016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4" name="Oval 123"/>
                    <p:cNvSpPr/>
                    <p:nvPr/>
                  </p:nvSpPr>
                  <p:spPr>
                    <a:xfrm>
                      <a:off x="7184119" y="3107894"/>
                      <a:ext cx="360000" cy="360000"/>
                    </a:xfrm>
                    <a:prstGeom prst="ellipse">
                      <a:avLst/>
                    </a:prstGeom>
                    <a:solidFill>
                      <a:srgbClr val="D6E4CE"/>
                    </a:solidFill>
                    <a:ln w="11430">
                      <a:solidFill>
                        <a:srgbClr val="6A845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86589" y="176050"/>
                  <a:ext cx="6491727" cy="5694814"/>
                  <a:chOff x="86589" y="176050"/>
                  <a:chExt cx="6491727" cy="5694814"/>
                </a:xfrm>
              </p:grpSpPr>
              <p:sp>
                <p:nvSpPr>
                  <p:cNvPr id="2" name="Rounded Rectangle 1"/>
                  <p:cNvSpPr/>
                  <p:nvPr/>
                </p:nvSpPr>
                <p:spPr>
                  <a:xfrm>
                    <a:off x="86591" y="181842"/>
                    <a:ext cx="5905500" cy="5689022"/>
                  </a:xfrm>
                  <a:prstGeom prst="roundRect">
                    <a:avLst/>
                  </a:prstGeom>
                  <a:solidFill>
                    <a:srgbClr val="EAEFF3"/>
                  </a:solidFill>
                  <a:ln w="1778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86589" y="176050"/>
                    <a:ext cx="5905500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1: </a:t>
                    </a:r>
                    <a:r>
                      <a:rPr 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Home-Field Culture-Authority Collaboration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HF-CAC</a:t>
                    </a:r>
                  </a:p>
                </p:txBody>
              </p:sp>
              <p:sp>
                <p:nvSpPr>
                  <p:cNvPr id="6" name="Rounded Rectangle 5"/>
                  <p:cNvSpPr/>
                  <p:nvPr/>
                </p:nvSpPr>
                <p:spPr>
                  <a:xfrm>
                    <a:off x="216477" y="606136"/>
                    <a:ext cx="2649682" cy="3706090"/>
                  </a:xfrm>
                  <a:prstGeom prst="roundRect">
                    <a:avLst/>
                  </a:prstGeom>
                  <a:solidFill>
                    <a:srgbClr val="E2E9EF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16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" name="Rounded Rectangle 6"/>
                  <p:cNvSpPr/>
                  <p:nvPr/>
                </p:nvSpPr>
                <p:spPr>
                  <a:xfrm>
                    <a:off x="3099955" y="606136"/>
                    <a:ext cx="2779568" cy="2658341"/>
                  </a:xfrm>
                  <a:prstGeom prst="roundRect">
                    <a:avLst/>
                  </a:prstGeom>
                  <a:solidFill>
                    <a:srgbClr val="EDE5DE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" name="Rounded Rectangle 7"/>
                  <p:cNvSpPr/>
                  <p:nvPr/>
                </p:nvSpPr>
                <p:spPr>
                  <a:xfrm>
                    <a:off x="3099955" y="3542956"/>
                    <a:ext cx="2779568" cy="1894952"/>
                  </a:xfrm>
                  <a:prstGeom prst="roundRect">
                    <a:avLst/>
                  </a:prstGeom>
                  <a:solidFill>
                    <a:srgbClr val="E6E2EC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16477" y="802065"/>
                    <a:ext cx="2649680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1:</a:t>
                    </a:r>
                    <a:r>
                      <a:rPr lang="zh-CN" altLang="en-US" sz="1600" b="1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Initialization</a:t>
                    </a:r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099953" y="815694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2: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Debate</a:t>
                    </a:r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3099953" y="3636676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3: Judge</a:t>
                    </a:r>
                  </a:p>
                </p:txBody>
              </p:sp>
              <p:grpSp>
                <p:nvGrpSpPr>
                  <p:cNvPr id="249" name="组合 248"/>
                  <p:cNvGrpSpPr/>
                  <p:nvPr/>
                </p:nvGrpSpPr>
                <p:grpSpPr>
                  <a:xfrm>
                    <a:off x="691787" y="4485408"/>
                    <a:ext cx="1310955" cy="710045"/>
                    <a:chOff x="406977" y="4485408"/>
                    <a:chExt cx="1310955" cy="710045"/>
                  </a:xfrm>
                </p:grpSpPr>
                <p:sp>
                  <p:nvSpPr>
                    <p:cNvPr id="12" name="Rounded Rectangle 11"/>
                    <p:cNvSpPr/>
                    <p:nvPr/>
                  </p:nvSpPr>
                  <p:spPr>
                    <a:xfrm>
                      <a:off x="406977" y="4485408"/>
                      <a:ext cx="1310955" cy="710045"/>
                    </a:xfrm>
                    <a:prstGeom prst="roundRect">
                      <a:avLst/>
                    </a:prstGeom>
                    <a:solidFill>
                      <a:srgbClr val="F0E9DB"/>
                    </a:solidFill>
                    <a:ln w="1270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493568" y="4531622"/>
                      <a:ext cx="88322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200" b="1" i="0" dirty="0">
                          <a:solidFill>
                            <a:srgbClr val="78633E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Input</a:t>
                      </a:r>
                    </a:p>
                  </p:txBody>
                </p:sp>
                <p:sp>
                  <p:nvSpPr>
                    <p:cNvPr id="14" name="Rounded Rectangle 13"/>
                    <p:cNvSpPr/>
                    <p:nvPr/>
                  </p:nvSpPr>
                  <p:spPr>
                    <a:xfrm>
                      <a:off x="502227" y="4719204"/>
                      <a:ext cx="865909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571500" y="4716345"/>
                      <a:ext cx="727364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Question  q</a:t>
                      </a:r>
                    </a:p>
                  </p:txBody>
                </p:sp>
                <p:sp>
                  <p:nvSpPr>
                    <p:cNvPr id="16" name="Rounded Rectangle 15"/>
                    <p:cNvSpPr/>
                    <p:nvPr/>
                  </p:nvSpPr>
                  <p:spPr>
                    <a:xfrm>
                      <a:off x="502227" y="4935681"/>
                      <a:ext cx="1133461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571500" y="4937151"/>
                      <a:ext cx="909206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Country = </a:t>
                      </a:r>
                      <a:r>
                        <a:rPr lang="en-US" altLang="zh-CN" sz="105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China</a:t>
                      </a:r>
                      <a:endParaRPr sz="105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cxnSp>
                <p:nvCxnSpPr>
                  <p:cNvPr id="21" name="Connector 20"/>
                  <p:cNvCxnSpPr>
                    <a:stCxn id="12" idx="1"/>
                    <a:endCxn id="220" idx="1"/>
                  </p:cNvCxnSpPr>
                  <p:nvPr/>
                </p:nvCxnSpPr>
                <p:spPr>
                  <a:xfrm rot="10800000" flipH="1">
                    <a:off x="691786" y="1172527"/>
                    <a:ext cx="622497" cy="3667905"/>
                  </a:xfrm>
                  <a:prstGeom prst="bentConnector3">
                    <a:avLst>
                      <a:gd name="adj1" fmla="val -60804"/>
                    </a:avLst>
                  </a:prstGeom>
                  <a:ln w="35560">
                    <a:solidFill>
                      <a:srgbClr val="7B8C9D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" name="组合 205"/>
                  <p:cNvGrpSpPr/>
                  <p:nvPr/>
                </p:nvGrpSpPr>
                <p:grpSpPr>
                  <a:xfrm>
                    <a:off x="3732068" y="1176132"/>
                    <a:ext cx="987136" cy="658091"/>
                    <a:chOff x="3792682" y="1247633"/>
                    <a:chExt cx="987136" cy="658091"/>
                  </a:xfrm>
                </p:grpSpPr>
                <p:sp>
                  <p:nvSpPr>
                    <p:cNvPr id="53" name="Cloud Callout 52"/>
                    <p:cNvSpPr/>
                    <p:nvPr/>
                  </p:nvSpPr>
                  <p:spPr>
                    <a:xfrm>
                      <a:off x="3792682" y="1247633"/>
                      <a:ext cx="987136" cy="658091"/>
                    </a:xfrm>
                    <a:prstGeom prst="cloudCallout">
                      <a:avLst/>
                    </a:prstGeom>
                    <a:solidFill>
                      <a:srgbClr val="F8F6F1"/>
                    </a:solidFill>
                    <a:ln w="1143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4" name="TextBox 53"/>
                    <p:cNvSpPr txBox="1"/>
                    <p:nvPr/>
                  </p:nvSpPr>
                  <p:spPr>
                    <a:xfrm>
                      <a:off x="3896591" y="1350313"/>
                      <a:ext cx="831273" cy="4339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Authoritative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Cultural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Perspective</a:t>
                      </a:r>
                    </a:p>
                  </p:txBody>
                </p:sp>
              </p:grpSp>
              <p:sp>
                <p:nvSpPr>
                  <p:cNvPr id="79" name="Right Arrow 78"/>
                  <p:cNvSpPr/>
                  <p:nvPr/>
                </p:nvSpPr>
                <p:spPr>
                  <a:xfrm>
                    <a:off x="2883477" y="2060863"/>
                    <a:ext cx="329045" cy="259773"/>
                  </a:xfrm>
                  <a:prstGeom prst="rightArrow">
                    <a:avLst/>
                  </a:prstGeom>
                  <a:solidFill>
                    <a:srgbClr val="587E95"/>
                  </a:solidFill>
                  <a:ln w="889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0" name="Down Arrow 79"/>
                  <p:cNvSpPr/>
                  <p:nvPr/>
                </p:nvSpPr>
                <p:spPr>
                  <a:xfrm>
                    <a:off x="4390159" y="3294457"/>
                    <a:ext cx="190500" cy="303068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82" name="Picture 81" descr="image.png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905841" y="4322845"/>
                    <a:ext cx="398318" cy="398318"/>
                  </a:xfrm>
                  <a:prstGeom prst="rect">
                    <a:avLst/>
                  </a:prstGeom>
                </p:spPr>
              </p:pic>
              <p:cxnSp>
                <p:nvCxnSpPr>
                  <p:cNvPr id="84" name="Connector 83"/>
                  <p:cNvCxnSpPr>
                    <a:stCxn id="82" idx="3"/>
                    <a:endCxn id="97" idx="0"/>
                  </p:cNvCxnSpPr>
                  <p:nvPr/>
                </p:nvCxnSpPr>
                <p:spPr>
                  <a:xfrm>
                    <a:off x="4304159" y="4522004"/>
                    <a:ext cx="630626" cy="8661"/>
                  </a:xfrm>
                  <a:prstGeom prst="line">
                    <a:avLst/>
                  </a:prstGeom>
                  <a:ln w="22860">
                    <a:solidFill>
                      <a:srgbClr val="666666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378029" y="3950783"/>
                    <a:ext cx="1558636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1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Affinity Matrix</a:t>
                    </a:r>
                  </a:p>
                </p:txBody>
              </p:sp>
              <p:grpSp>
                <p:nvGrpSpPr>
                  <p:cNvPr id="214" name="组合 213"/>
                  <p:cNvGrpSpPr/>
                  <p:nvPr/>
                </p:nvGrpSpPr>
                <p:grpSpPr>
                  <a:xfrm>
                    <a:off x="4861182" y="4236256"/>
                    <a:ext cx="736023" cy="588818"/>
                    <a:chOff x="4786232" y="4416136"/>
                    <a:chExt cx="736023" cy="588818"/>
                  </a:xfrm>
                </p:grpSpPr>
                <p:sp>
                  <p:nvSpPr>
                    <p:cNvPr id="87" name="Rectangle 86"/>
                    <p:cNvSpPr/>
                    <p:nvPr/>
                  </p:nvSpPr>
                  <p:spPr>
                    <a:xfrm>
                      <a:off x="4786232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7E1E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8" name="Rectangle 87"/>
                    <p:cNvSpPr/>
                    <p:nvPr/>
                  </p:nvSpPr>
                  <p:spPr>
                    <a:xfrm>
                      <a:off x="4933437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ECED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5080641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98B6C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0" name="Rectangle 89"/>
                    <p:cNvSpPr/>
                    <p:nvPr/>
                  </p:nvSpPr>
                  <p:spPr>
                    <a:xfrm>
                      <a:off x="5227846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FCCA8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1" name="Rectangle 90"/>
                    <p:cNvSpPr/>
                    <p:nvPr/>
                  </p:nvSpPr>
                  <p:spPr>
                    <a:xfrm>
                      <a:off x="5375050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FD6B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2" name="Rectangle 91"/>
                    <p:cNvSpPr/>
                    <p:nvPr/>
                  </p:nvSpPr>
                  <p:spPr>
                    <a:xfrm>
                      <a:off x="4786232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EE7D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3" name="Rectangle 92"/>
                    <p:cNvSpPr/>
                    <p:nvPr/>
                  </p:nvSpPr>
                  <p:spPr>
                    <a:xfrm>
                      <a:off x="4933437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B6C9A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4" name="Rectangle 93"/>
                    <p:cNvSpPr/>
                    <p:nvPr/>
                  </p:nvSpPr>
                  <p:spPr>
                    <a:xfrm>
                      <a:off x="5080641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91B27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5" name="Rectangle 94"/>
                    <p:cNvSpPr/>
                    <p:nvPr/>
                  </p:nvSpPr>
                  <p:spPr>
                    <a:xfrm>
                      <a:off x="5227846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A79DC4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6" name="Rectangle 95"/>
                    <p:cNvSpPr/>
                    <p:nvPr/>
                  </p:nvSpPr>
                  <p:spPr>
                    <a:xfrm>
                      <a:off x="5375050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2C0B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7" name="Rectangle 96"/>
                    <p:cNvSpPr/>
                    <p:nvPr/>
                  </p:nvSpPr>
                  <p:spPr>
                    <a:xfrm>
                      <a:off x="4786232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D4DBE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8" name="Rectangle 97"/>
                    <p:cNvSpPr/>
                    <p:nvPr/>
                  </p:nvSpPr>
                  <p:spPr>
                    <a:xfrm>
                      <a:off x="4933437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ABBC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9" name="Rectangle 98"/>
                    <p:cNvSpPr/>
                    <p:nvPr/>
                  </p:nvSpPr>
                  <p:spPr>
                    <a:xfrm>
                      <a:off x="5080641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6D92C1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0" name="Rectangle 99"/>
                    <p:cNvSpPr/>
                    <p:nvPr/>
                  </p:nvSpPr>
                  <p:spPr>
                    <a:xfrm>
                      <a:off x="5227846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9AAB8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1" name="Rectangle 100"/>
                    <p:cNvSpPr/>
                    <p:nvPr/>
                  </p:nvSpPr>
                  <p:spPr>
                    <a:xfrm>
                      <a:off x="5375050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BFCEA0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2" name="Rectangle 101"/>
                    <p:cNvSpPr/>
                    <p:nvPr/>
                  </p:nvSpPr>
                  <p:spPr>
                    <a:xfrm>
                      <a:off x="4786232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E7E0E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3" name="Rectangle 102"/>
                    <p:cNvSpPr/>
                    <p:nvPr/>
                  </p:nvSpPr>
                  <p:spPr>
                    <a:xfrm>
                      <a:off x="4933437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D1C7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4" name="Rectangle 103"/>
                    <p:cNvSpPr/>
                    <p:nvPr/>
                  </p:nvSpPr>
                  <p:spPr>
                    <a:xfrm>
                      <a:off x="5080641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B2A8C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5" name="Rectangle 104"/>
                    <p:cNvSpPr/>
                    <p:nvPr/>
                  </p:nvSpPr>
                  <p:spPr>
                    <a:xfrm>
                      <a:off x="5227846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A0B39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6" name="Rectangle 105"/>
                    <p:cNvSpPr/>
                    <p:nvPr/>
                  </p:nvSpPr>
                  <p:spPr>
                    <a:xfrm>
                      <a:off x="5375050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7A926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4716166" y="5120419"/>
                    <a:ext cx="1132428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r>
                      <a:rPr lang="zh-CN" altLang="en-US" sz="120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answer</a:t>
                    </a:r>
                  </a:p>
                </p:txBody>
              </p:sp>
              <p:cxnSp>
                <p:nvCxnSpPr>
                  <p:cNvPr id="108" name="Connector 107"/>
                  <p:cNvCxnSpPr/>
                  <p:nvPr/>
                </p:nvCxnSpPr>
                <p:spPr>
                  <a:xfrm>
                    <a:off x="1472045" y="5195454"/>
                    <a:ext cx="0" cy="519545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Connector 108"/>
                  <p:cNvCxnSpPr/>
                  <p:nvPr/>
                </p:nvCxnSpPr>
                <p:spPr>
                  <a:xfrm flipV="1">
                    <a:off x="1472045" y="5714999"/>
                    <a:ext cx="5106271" cy="4289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6" name="图片 175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58808" b="83541" l="45978" r="56583"/>
                            </a14:imgEffect>
                          </a14:imgLayer>
                        </a14:imgProps>
                      </a:ext>
                    </a:extLst>
                  </a:blip>
                  <a:srcRect l="44652" t="55716" r="42091" b="13367"/>
                  <a:stretch>
                    <a:fillRect/>
                  </a:stretch>
                </p:blipFill>
                <p:spPr>
                  <a:xfrm>
                    <a:off x="3385445" y="3961860"/>
                    <a:ext cx="694428" cy="881164"/>
                  </a:xfrm>
                  <a:prstGeom prst="rect">
                    <a:avLst/>
                  </a:prstGeom>
                </p:spPr>
              </p:pic>
              <p:cxnSp>
                <p:nvCxnSpPr>
                  <p:cNvPr id="186" name="曲线连接符 185"/>
                  <p:cNvCxnSpPr>
                    <a:stCxn id="175" idx="1"/>
                    <a:endCxn id="173" idx="0"/>
                  </p:cNvCxnSpPr>
                  <p:nvPr/>
                </p:nvCxnSpPr>
                <p:spPr>
                  <a:xfrm rot="10800000" flipV="1">
                    <a:off x="688484" y="1590944"/>
                    <a:ext cx="529989" cy="222668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曲线连接符 186"/>
                  <p:cNvCxnSpPr>
                    <a:stCxn id="178" idx="1"/>
                    <a:endCxn id="174" idx="2"/>
                  </p:cNvCxnSpPr>
                  <p:nvPr/>
                </p:nvCxnSpPr>
                <p:spPr>
                  <a:xfrm rot="10800000">
                    <a:off x="700234" y="3545937"/>
                    <a:ext cx="527607" cy="20671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曲线连接符 187"/>
                  <p:cNvCxnSpPr>
                    <a:stCxn id="180" idx="0"/>
                    <a:endCxn id="181" idx="2"/>
                  </p:cNvCxnSpPr>
                  <p:nvPr/>
                </p:nvCxnSpPr>
                <p:spPr>
                  <a:xfrm rot="16200000" flipV="1">
                    <a:off x="2138466" y="2632827"/>
                    <a:ext cx="281404" cy="365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曲线连接符 188"/>
                  <p:cNvCxnSpPr>
                    <a:stCxn id="181" idx="0"/>
                    <a:endCxn id="175" idx="3"/>
                  </p:cNvCxnSpPr>
                  <p:nvPr/>
                </p:nvCxnSpPr>
                <p:spPr>
                  <a:xfrm rot="16200000" flipV="1">
                    <a:off x="1947080" y="1414873"/>
                    <a:ext cx="154189" cy="506332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曲线连接符 195"/>
                  <p:cNvCxnSpPr>
                    <a:endCxn id="174" idx="0"/>
                  </p:cNvCxnSpPr>
                  <p:nvPr/>
                </p:nvCxnSpPr>
                <p:spPr>
                  <a:xfrm rot="5400000">
                    <a:off x="615699" y="2721924"/>
                    <a:ext cx="169071" cy="1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曲线连接符 196"/>
                  <p:cNvCxnSpPr>
                    <a:stCxn id="178" idx="3"/>
                    <a:endCxn id="180" idx="2"/>
                  </p:cNvCxnSpPr>
                  <p:nvPr/>
                </p:nvCxnSpPr>
                <p:spPr>
                  <a:xfrm flipV="1">
                    <a:off x="1813753" y="3515957"/>
                    <a:ext cx="467243" cy="23669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08" name="图片 207"/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11816" b="39497" l="7889" r="20199"/>
                            </a14:imgEffect>
                          </a14:imgLayer>
                        </a14:imgProps>
                      </a:ext>
                    </a:extLst>
                  </a:blip>
                  <a:srcRect l="6350" t="8356" r="78262" b="57043"/>
                  <a:stretch>
                    <a:fillRect/>
                  </a:stretch>
                </p:blipFill>
                <p:spPr>
                  <a:xfrm>
                    <a:off x="3166703" y="2105238"/>
                    <a:ext cx="563012" cy="688865"/>
                  </a:xfrm>
                  <a:prstGeom prst="rect">
                    <a:avLst/>
                  </a:prstGeom>
                </p:spPr>
              </p:pic>
              <p:pic>
                <p:nvPicPr>
                  <p:cNvPr id="209" name="图片 208"/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60513" b="83445" l="19218" r="28131">
                                <a14:foregroundMark x1="22359" y1="61835" x2="26773" y2="62633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rcRect l="18104" t="57647" r="70755" b="13689"/>
                  <a:stretch>
                    <a:fillRect/>
                  </a:stretch>
                </p:blipFill>
                <p:spPr>
                  <a:xfrm>
                    <a:off x="3898636" y="2539498"/>
                    <a:ext cx="528198" cy="739477"/>
                  </a:xfrm>
                  <a:prstGeom prst="rect">
                    <a:avLst/>
                  </a:prstGeom>
                </p:spPr>
              </p:pic>
              <p:pic>
                <p:nvPicPr>
                  <p:cNvPr id="211" name="图片 210"/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5285" b="39434" l="59270" r="69252"/>
                            </a14:imgEffect>
                          </a14:imgLayer>
                        </a14:imgProps>
                      </a:ext>
                    </a:extLst>
                  </a:blip>
                  <a:srcRect l="58022" t="12267" r="29500" b="57547"/>
                  <a:stretch>
                    <a:fillRect/>
                  </a:stretch>
                </p:blipFill>
                <p:spPr>
                  <a:xfrm>
                    <a:off x="4645930" y="2533190"/>
                    <a:ext cx="562840" cy="740902"/>
                  </a:xfrm>
                  <a:prstGeom prst="rect">
                    <a:avLst/>
                  </a:prstGeom>
                </p:spPr>
              </p:pic>
              <p:pic>
                <p:nvPicPr>
                  <p:cNvPr id="212" name="图片 211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15">
                            <a14:imgEffect>
                              <a14:backgroundRemoval t="16417" b="40173" l="89055" r="98158"/>
                            </a14:imgEffect>
                          </a14:imgLayer>
                        </a14:imgProps>
                      </a:ext>
                    </a:extLst>
                  </a:blip>
                  <a:srcRect l="87917" t="13447" r="704" b="56857"/>
                  <a:stretch>
                    <a:fillRect/>
                  </a:stretch>
                </p:blipFill>
                <p:spPr>
                  <a:xfrm>
                    <a:off x="5247215" y="2028408"/>
                    <a:ext cx="521548" cy="740600"/>
                  </a:xfrm>
                  <a:prstGeom prst="rect">
                    <a:avLst/>
                  </a:prstGeom>
                </p:spPr>
              </p:pic>
              <p:pic>
                <p:nvPicPr>
                  <p:cNvPr id="213" name="图片 212"/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BEBA8EAE-BF5A-486C-A8C5-ECC9F3942E4B}">
                        <a14:imgProps xmlns:a14="http://schemas.microsoft.com/office/drawing/2010/main">
                          <a14:imgLayer r:embed="rId17">
                            <a14:imgEffect>
                              <a14:backgroundRemoval t="16909" b="40658" l="46413" r="56395"/>
                            </a14:imgEffect>
                          </a14:imgLayer>
                        </a14:imgProps>
                      </a:ext>
                    </a:extLst>
                  </a:blip>
                  <a:srcRect l="45165" t="13940" r="42357" b="56373"/>
                  <a:stretch>
                    <a:fillRect/>
                  </a:stretch>
                </p:blipFill>
                <p:spPr>
                  <a:xfrm>
                    <a:off x="5286246" y="1132558"/>
                    <a:ext cx="578399" cy="748820"/>
                  </a:xfrm>
                  <a:prstGeom prst="rect">
                    <a:avLst/>
                  </a:prstGeom>
                </p:spPr>
              </p:pic>
              <p:grpSp>
                <p:nvGrpSpPr>
                  <p:cNvPr id="227" name="组合 226"/>
                  <p:cNvGrpSpPr/>
                  <p:nvPr/>
                </p:nvGrpSpPr>
                <p:grpSpPr>
                  <a:xfrm>
                    <a:off x="3151796" y="1048275"/>
                    <a:ext cx="649971" cy="972719"/>
                    <a:chOff x="3301696" y="1168195"/>
                    <a:chExt cx="649971" cy="972719"/>
                  </a:xfrm>
                </p:grpSpPr>
                <p:pic>
                  <p:nvPicPr>
                    <p:cNvPr id="210" name="图片 209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19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3301696" y="1431612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1" name="图片 220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3398929" y="1168195"/>
                      <a:ext cx="552738" cy="552738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2" name="曲线连接符 221"/>
                  <p:cNvCxnSpPr>
                    <a:stCxn id="210" idx="2"/>
                    <a:endCxn id="208" idx="0"/>
                  </p:cNvCxnSpPr>
                  <p:nvPr/>
                </p:nvCxnSpPr>
                <p:spPr>
                  <a:xfrm rot="16200000" flipH="1">
                    <a:off x="3396014" y="2053043"/>
                    <a:ext cx="84244" cy="20145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曲线连接符 228"/>
                  <p:cNvCxnSpPr>
                    <a:stCxn id="208" idx="2"/>
                    <a:endCxn id="209" idx="1"/>
                  </p:cNvCxnSpPr>
                  <p:nvPr/>
                </p:nvCxnSpPr>
                <p:spPr>
                  <a:xfrm rot="16200000" flipH="1">
                    <a:off x="3615855" y="2626456"/>
                    <a:ext cx="115134" cy="450427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曲线连接符 231"/>
                  <p:cNvCxnSpPr>
                    <a:endCxn id="213" idx="2"/>
                  </p:cNvCxnSpPr>
                  <p:nvPr/>
                </p:nvCxnSpPr>
                <p:spPr>
                  <a:xfrm rot="5400000" flipH="1" flipV="1">
                    <a:off x="5471081" y="1985743"/>
                    <a:ext cx="208730" cy="12700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曲线连接符 234"/>
                  <p:cNvCxnSpPr>
                    <a:stCxn id="211" idx="1"/>
                    <a:endCxn id="209" idx="3"/>
                  </p:cNvCxnSpPr>
                  <p:nvPr/>
                </p:nvCxnSpPr>
                <p:spPr>
                  <a:xfrm rot="10800000" flipV="1">
                    <a:off x="4426834" y="2903641"/>
                    <a:ext cx="219096" cy="559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曲线连接符 235"/>
                  <p:cNvCxnSpPr>
                    <a:stCxn id="212" idx="2"/>
                    <a:endCxn id="211" idx="3"/>
                  </p:cNvCxnSpPr>
                  <p:nvPr/>
                </p:nvCxnSpPr>
                <p:spPr>
                  <a:xfrm rot="5400000">
                    <a:off x="5291064" y="2686715"/>
                    <a:ext cx="134633" cy="299219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" name="组合 40"/>
                  <p:cNvGrpSpPr/>
                  <p:nvPr/>
                </p:nvGrpSpPr>
                <p:grpSpPr>
                  <a:xfrm>
                    <a:off x="1021687" y="982416"/>
                    <a:ext cx="952756" cy="1107595"/>
                    <a:chOff x="1021687" y="1087346"/>
                    <a:chExt cx="952756" cy="1107595"/>
                  </a:xfrm>
                </p:grpSpPr>
                <p:pic>
                  <p:nvPicPr>
                    <p:cNvPr id="175" name="图片 174"/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21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1218472" y="1341223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0" name="图片 219"/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1300478" y="1087346"/>
                      <a:ext cx="552738" cy="55273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TextBox 106"/>
                    <p:cNvSpPr txBox="1"/>
                    <p:nvPr/>
                  </p:nvSpPr>
                  <p:spPr>
                    <a:xfrm>
                      <a:off x="1021687" y="2010275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Guardian</a:t>
                      </a:r>
                      <a:endParaRPr sz="1200" b="1" i="0" dirty="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8" name="组合 37"/>
                  <p:cNvGrpSpPr/>
                  <p:nvPr/>
                </p:nvGrpSpPr>
                <p:grpSpPr>
                  <a:xfrm>
                    <a:off x="1040637" y="3367010"/>
                    <a:ext cx="952756" cy="914888"/>
                    <a:chOff x="1040637" y="3097190"/>
                    <a:chExt cx="952756" cy="914888"/>
                  </a:xfrm>
                </p:grpSpPr>
                <p:pic>
                  <p:nvPicPr>
                    <p:cNvPr id="178" name="图片 177"/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BEBA8EAE-BF5A-486C-A8C5-ECC9F3942E4B}">
                          <a14:imgProps xmlns:a14="http://schemas.microsoft.com/office/drawing/2010/main">
                            <a14:imgLayer r:embed="rId22">
                              <a14:imgEffect>
                                <a14:backgroundRemoval t="15285" b="39434" l="59270" r="69252"/>
                              </a14:imgEffect>
                            </a14:imgLayer>
                          </a14:imgProps>
                        </a:ext>
                      </a:extLst>
                    </a:blip>
                    <a:srcRect l="58022" t="12267" r="29500" b="57547"/>
                    <a:stretch>
                      <a:fillRect/>
                    </a:stretch>
                  </p:blipFill>
                  <p:spPr>
                    <a:xfrm>
                      <a:off x="1227840" y="3097190"/>
                      <a:ext cx="585913" cy="77127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" name="TextBox 106"/>
                    <p:cNvSpPr txBox="1"/>
                    <p:nvPr/>
                  </p:nvSpPr>
                  <p:spPr>
                    <a:xfrm>
                      <a:off x="1040637" y="3827412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1778158" y="2775357"/>
                    <a:ext cx="952756" cy="848419"/>
                    <a:chOff x="1778158" y="2670427"/>
                    <a:chExt cx="952756" cy="848419"/>
                  </a:xfrm>
                </p:grpSpPr>
                <p:pic>
                  <p:nvPicPr>
                    <p:cNvPr id="180" name="图片 179"/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BEBA8EAE-BF5A-486C-A8C5-ECC9F3942E4B}">
                          <a14:imgProps xmlns:a14="http://schemas.microsoft.com/office/drawing/2010/main">
                            <a14:imgLayer r:embed="rId23">
                              <a14:imgEffect>
                                <a14:backgroundRemoval t="16417" b="40173" l="89055" r="98158"/>
                              </a14:imgEffect>
                            </a14:imgLayer>
                          </a14:imgProps>
                        </a:ext>
                      </a:extLst>
                    </a:blip>
                    <a:srcRect l="87917" t="13447" r="704" b="56857"/>
                    <a:stretch>
                      <a:fillRect/>
                    </a:stretch>
                  </p:blipFill>
                  <p:spPr>
                    <a:xfrm>
                      <a:off x="2020222" y="2670427"/>
                      <a:ext cx="521548" cy="740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TextBox 106"/>
                    <p:cNvSpPr txBox="1"/>
                    <p:nvPr/>
                  </p:nvSpPr>
                  <p:spPr>
                    <a:xfrm>
                      <a:off x="1778158" y="333418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235723" y="2806460"/>
                    <a:ext cx="952756" cy="863980"/>
                    <a:chOff x="235723" y="2671550"/>
                    <a:chExt cx="952756" cy="863980"/>
                  </a:xfrm>
                </p:grpSpPr>
                <p:pic>
                  <p:nvPicPr>
                    <p:cNvPr id="174" name="图片 173"/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BEBA8EAE-BF5A-486C-A8C5-ECC9F3942E4B}">
                          <a14:imgProps xmlns:a14="http://schemas.microsoft.com/office/drawing/2010/main">
                            <a14:imgLayer r:embed="rId24">
                              <a14:imgEffect>
                                <a14:backgroundRemoval t="60513" b="83445" l="19218" r="28131">
                                  <a14:foregroundMark x1="22359" y1="61835" x2="26773" y2="62633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l="18104" t="57647" r="70755" b="13689"/>
                    <a:stretch>
                      <a:fillRect/>
                    </a:stretch>
                  </p:blipFill>
                  <p:spPr>
                    <a:xfrm>
                      <a:off x="436134" y="2671550"/>
                      <a:ext cx="528198" cy="73947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" name="TextBox 106"/>
                    <p:cNvSpPr txBox="1"/>
                    <p:nvPr/>
                  </p:nvSpPr>
                  <p:spPr>
                    <a:xfrm>
                      <a:off x="235723" y="3350864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216936" y="1813612"/>
                    <a:ext cx="952756" cy="823333"/>
                    <a:chOff x="216936" y="1813612"/>
                    <a:chExt cx="952756" cy="823333"/>
                  </a:xfrm>
                </p:grpSpPr>
                <p:pic>
                  <p:nvPicPr>
                    <p:cNvPr id="173" name="图片 172"/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25">
                              <a14:imgEffect>
                                <a14:backgroundRemoval t="11816" b="39497" l="7889" r="20199"/>
                              </a14:imgEffect>
                            </a14:imgLayer>
                          </a14:imgProps>
                        </a:ext>
                      </a:extLst>
                    </a:blip>
                    <a:srcRect l="6350" t="8356" r="78262" b="57043"/>
                    <a:stretch>
                      <a:fillRect/>
                    </a:stretch>
                  </p:blipFill>
                  <p:spPr>
                    <a:xfrm>
                      <a:off x="406977" y="1813612"/>
                      <a:ext cx="563012" cy="68886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6" name="TextBox 106"/>
                    <p:cNvSpPr txBox="1"/>
                    <p:nvPr/>
                  </p:nvSpPr>
                  <p:spPr>
                    <a:xfrm>
                      <a:off x="216936" y="2452279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5" name="组合 44"/>
                  <p:cNvGrpSpPr/>
                  <p:nvPr/>
                </p:nvGrpSpPr>
                <p:grpSpPr>
                  <a:xfrm>
                    <a:off x="1792519" y="1745133"/>
                    <a:ext cx="952756" cy="874073"/>
                    <a:chOff x="1792519" y="1745133"/>
                    <a:chExt cx="952756" cy="874073"/>
                  </a:xfrm>
                </p:grpSpPr>
                <p:pic>
                  <p:nvPicPr>
                    <p:cNvPr id="181" name="图片 180"/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BEBA8EAE-BF5A-486C-A8C5-ECC9F3942E4B}">
                          <a14:imgProps xmlns:a14="http://schemas.microsoft.com/office/drawing/2010/main">
                            <a14:imgLayer r:embed="rId26">
                              <a14:imgEffect>
                                <a14:backgroundRemoval t="16909" b="40658" l="46413" r="56395"/>
                              </a14:imgEffect>
                            </a14:imgLayer>
                          </a14:imgProps>
                        </a:ext>
                      </a:extLst>
                    </a:blip>
                    <a:srcRect l="45165" t="13940" r="42357" b="56373"/>
                    <a:stretch>
                      <a:fillRect/>
                    </a:stretch>
                  </p:blipFill>
                  <p:spPr>
                    <a:xfrm>
                      <a:off x="1988140" y="1745133"/>
                      <a:ext cx="578399" cy="7488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TextBox 106"/>
                    <p:cNvSpPr txBox="1"/>
                    <p:nvPr/>
                  </p:nvSpPr>
                  <p:spPr>
                    <a:xfrm>
                      <a:off x="1792519" y="243454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51" name="Down Arrow 79"/>
                  <p:cNvSpPr/>
                  <p:nvPr/>
                </p:nvSpPr>
                <p:spPr>
                  <a:xfrm rot="16200000">
                    <a:off x="5985068" y="2979804"/>
                    <a:ext cx="373645" cy="464366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2" name="Cloud Callout 52"/>
                  <p:cNvSpPr/>
                  <p:nvPr/>
                </p:nvSpPr>
                <p:spPr>
                  <a:xfrm rot="1843145">
                    <a:off x="3604942" y="2021264"/>
                    <a:ext cx="469759" cy="375866"/>
                  </a:xfrm>
                  <a:prstGeom prst="cloudCallout">
                    <a:avLst/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5" name="Cloud Callout 52"/>
                  <p:cNvSpPr/>
                  <p:nvPr/>
                </p:nvSpPr>
                <p:spPr>
                  <a:xfrm rot="1843145">
                    <a:off x="4818225" y="1123479"/>
                    <a:ext cx="469759" cy="375866"/>
                  </a:xfrm>
                  <a:prstGeom prst="cloudCallout">
                    <a:avLst>
                      <a:gd name="adj1" fmla="val 73393"/>
                      <a:gd name="adj2" fmla="val 34276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6" name="Cloud Callout 52"/>
                  <p:cNvSpPr/>
                  <p:nvPr/>
                </p:nvSpPr>
                <p:spPr>
                  <a:xfrm rot="1843145">
                    <a:off x="4863929" y="1769821"/>
                    <a:ext cx="469759" cy="375866"/>
                  </a:xfrm>
                  <a:prstGeom prst="cloudCallout">
                    <a:avLst>
                      <a:gd name="adj1" fmla="val 68662"/>
                      <a:gd name="adj2" fmla="val -22519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7" name="Cloud Callout 52"/>
                  <p:cNvSpPr/>
                  <p:nvPr/>
                </p:nvSpPr>
                <p:spPr>
                  <a:xfrm rot="1843145">
                    <a:off x="4353806" y="1858478"/>
                    <a:ext cx="469759" cy="375866"/>
                  </a:xfrm>
                  <a:prstGeom prst="cloudCallout">
                    <a:avLst>
                      <a:gd name="adj1" fmla="val 94067"/>
                      <a:gd name="adj2" fmla="val 69953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8" name="Cloud Callout 52"/>
                  <p:cNvSpPr/>
                  <p:nvPr/>
                </p:nvSpPr>
                <p:spPr>
                  <a:xfrm rot="1843145">
                    <a:off x="4115220" y="2219575"/>
                    <a:ext cx="469759" cy="375866"/>
                  </a:xfrm>
                  <a:prstGeom prst="cloudCallout">
                    <a:avLst>
                      <a:gd name="adj1" fmla="val -32919"/>
                      <a:gd name="adj2" fmla="val 76115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9" name="TextBox 106"/>
                  <p:cNvSpPr txBox="1"/>
                  <p:nvPr/>
                </p:nvSpPr>
                <p:spPr>
                  <a:xfrm>
                    <a:off x="3343152" y="4803176"/>
                    <a:ext cx="773125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endParaRPr sz="1200" b="1" i="0" dirty="0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67" name="肘形连接符 66"/>
                  <p:cNvCxnSpPr>
                    <a:stCxn id="82" idx="2"/>
                    <a:endCxn id="107" idx="1"/>
                  </p:cNvCxnSpPr>
                  <p:nvPr/>
                </p:nvCxnSpPr>
                <p:spPr>
                  <a:xfrm rot="16200000" flipH="1">
                    <a:off x="4164789" y="4661374"/>
                    <a:ext cx="491589" cy="611166"/>
                  </a:xfrm>
                  <a:prstGeom prst="bentConnector2">
                    <a:avLst/>
                  </a:prstGeom>
                  <a:ln w="33020">
                    <a:solidFill>
                      <a:srgbClr val="587E95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3" name="肘形连接符 72"/>
              <p:cNvCxnSpPr>
                <a:stCxn id="251" idx="1"/>
                <a:endCxn id="120" idx="0"/>
              </p:cNvCxnSpPr>
              <p:nvPr/>
            </p:nvCxnSpPr>
            <p:spPr>
              <a:xfrm rot="10800000" flipV="1">
                <a:off x="7294581" y="1230886"/>
                <a:ext cx="1378671" cy="1083322"/>
              </a:xfrm>
              <a:prstGeom prst="bentConnector2">
                <a:avLst/>
              </a:prstGeom>
              <a:ln w="3302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五角星 18"/>
            <p:cNvSpPr/>
            <p:nvPr/>
          </p:nvSpPr>
          <p:spPr>
            <a:xfrm>
              <a:off x="2841" y="7989"/>
              <a:ext cx="397" cy="397"/>
            </a:xfrm>
            <a:prstGeom prst="star5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64D0-D3F0-7A67-4AA0-7D9D995E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D9542BDC-D768-C1EE-BEAC-44741C90109F}"/>
              </a:ext>
            </a:extLst>
          </p:cNvPr>
          <p:cNvGrpSpPr/>
          <p:nvPr/>
        </p:nvGrpSpPr>
        <p:grpSpPr>
          <a:xfrm>
            <a:off x="97155" y="377190"/>
            <a:ext cx="12018645" cy="5694680"/>
            <a:chOff x="273" y="594"/>
            <a:chExt cx="18927" cy="8968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B95C808-113D-A6CA-1825-58EA8A3F60C4}"/>
                </a:ext>
              </a:extLst>
            </p:cNvPr>
            <p:cNvGrpSpPr/>
            <p:nvPr/>
          </p:nvGrpSpPr>
          <p:grpSpPr>
            <a:xfrm>
              <a:off x="273" y="594"/>
              <a:ext cx="18927" cy="8968"/>
              <a:chOff x="173180" y="191040"/>
              <a:chExt cx="12018820" cy="5694814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EE833DE5-38BE-2C02-5660-A2BD2F2C55E7}"/>
                  </a:ext>
                </a:extLst>
              </p:cNvPr>
              <p:cNvGrpSpPr/>
              <p:nvPr/>
            </p:nvGrpSpPr>
            <p:grpSpPr>
              <a:xfrm>
                <a:off x="173180" y="191040"/>
                <a:ext cx="12018820" cy="5694814"/>
                <a:chOff x="86589" y="176050"/>
                <a:chExt cx="12018820" cy="5694814"/>
              </a:xfrm>
            </p:grpSpPr>
            <p:grpSp>
              <p:nvGrpSpPr>
                <p:cNvPr id="69" name="组合 68">
                  <a:extLst>
                    <a:ext uri="{FF2B5EF4-FFF2-40B4-BE49-F238E27FC236}">
                      <a16:creationId xmlns:a16="http://schemas.microsoft.com/office/drawing/2014/main" id="{361CA8BC-C13E-C056-CE59-9AD73CD82969}"/>
                    </a:ext>
                  </a:extLst>
                </p:cNvPr>
                <p:cNvGrpSpPr/>
                <p:nvPr/>
              </p:nvGrpSpPr>
              <p:grpSpPr>
                <a:xfrm>
                  <a:off x="6165271" y="181841"/>
                  <a:ext cx="5940138" cy="5689023"/>
                  <a:chOff x="6165271" y="181841"/>
                  <a:chExt cx="5940138" cy="5689023"/>
                </a:xfrm>
              </p:grpSpPr>
              <p:sp>
                <p:nvSpPr>
                  <p:cNvPr id="3" name="Rounded Rectangle 2">
                    <a:extLst>
                      <a:ext uri="{FF2B5EF4-FFF2-40B4-BE49-F238E27FC236}">
                        <a16:creationId xmlns:a16="http://schemas.microsoft.com/office/drawing/2014/main" id="{B61B9252-9DB0-5997-6557-EE03EB4753A4}"/>
                      </a:ext>
                    </a:extLst>
                  </p:cNvPr>
                  <p:cNvSpPr/>
                  <p:nvPr/>
                </p:nvSpPr>
                <p:spPr>
                  <a:xfrm>
                    <a:off x="6165273" y="181841"/>
                    <a:ext cx="5940136" cy="5689023"/>
                  </a:xfrm>
                  <a:prstGeom prst="roundRect">
                    <a:avLst/>
                  </a:prstGeom>
                  <a:solidFill>
                    <a:srgbClr val="EEF3EA"/>
                  </a:solidFill>
                  <a:ln w="17780">
                    <a:solidFill>
                      <a:srgbClr val="829476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932D8F7-D003-D0DA-F0F1-0565201E6E8E}"/>
                      </a:ext>
                    </a:extLst>
                  </p:cNvPr>
                  <p:cNvSpPr txBox="1"/>
                  <p:nvPr/>
                </p:nvSpPr>
                <p:spPr>
                  <a:xfrm>
                    <a:off x="6165271" y="190088"/>
                    <a:ext cx="5940135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2: </a:t>
                    </a:r>
                    <a:r>
                      <a:rPr lang="en-US" altLang="zh-CN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Culture-Aware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Hybrid Adaptive Distillation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CAHAD</a:t>
                    </a:r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7F2BDEBE-52E8-71D7-6D54-D8E8F85BFA42}"/>
                      </a:ext>
                    </a:extLst>
                  </p:cNvPr>
                  <p:cNvSpPr txBox="1"/>
                  <p:nvPr/>
                </p:nvSpPr>
                <p:spPr>
                  <a:xfrm>
                    <a:off x="8368633" y="1509589"/>
                    <a:ext cx="1125682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LLM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56528041-2FC6-4266-71AF-BD730287F3D8}"/>
                      </a:ext>
                    </a:extLst>
                  </p:cNvPr>
                  <p:cNvSpPr txBox="1"/>
                  <p:nvPr/>
                </p:nvSpPr>
                <p:spPr>
                  <a:xfrm>
                    <a:off x="6493614" y="2299218"/>
                    <a:ext cx="142875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4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Adaptive mixer</a:t>
                    </a:r>
                  </a:p>
                </p:txBody>
              </p:sp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BFE99633-CC7E-5441-D44C-D9C78C60A132}"/>
                      </a:ext>
                    </a:extLst>
                  </p:cNvPr>
                  <p:cNvSpPr txBox="1"/>
                  <p:nvPr/>
                </p:nvSpPr>
                <p:spPr>
                  <a:xfrm>
                    <a:off x="6501074" y="4367973"/>
                    <a:ext cx="762000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Hit-rate</a:t>
                    </a:r>
                  </a:p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feedback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7D4687D1-78A3-BD53-2E33-BBEA6BC9B0C9}"/>
                      </a:ext>
                    </a:extLst>
                  </p:cNvPr>
                  <p:cNvSpPr txBox="1"/>
                  <p:nvPr/>
                </p:nvSpPr>
                <p:spPr>
                  <a:xfrm>
                    <a:off x="8252114" y="2123557"/>
                    <a:ext cx="1186296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587E95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Guide branch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93A25EEF-D43D-BDD5-C310-51D777617AF9}"/>
                      </a:ext>
                    </a:extLst>
                  </p:cNvPr>
                  <p:cNvSpPr txBox="1"/>
                  <p:nvPr/>
                </p:nvSpPr>
                <p:spPr>
                  <a:xfrm>
                    <a:off x="8278091" y="2612186"/>
                    <a:ext cx="1298864" cy="16158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50" b="0" i="0" dirty="0">
                        <a:solidFill>
                          <a:srgbClr val="47617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Guardian guide signal</a:t>
                    </a:r>
                  </a:p>
                </p:txBody>
              </p:sp>
              <p:sp>
                <p:nvSpPr>
                  <p:cNvPr id="136" name="Rounded Rectangle 135">
                    <a:extLst>
                      <a:ext uri="{FF2B5EF4-FFF2-40B4-BE49-F238E27FC236}">
                        <a16:creationId xmlns:a16="http://schemas.microsoft.com/office/drawing/2014/main" id="{8C574ACB-A269-370F-A948-CBFF6B1C757F}"/>
                      </a:ext>
                    </a:extLst>
                  </p:cNvPr>
                  <p:cNvSpPr/>
                  <p:nvPr/>
                </p:nvSpPr>
                <p:spPr>
                  <a:xfrm>
                    <a:off x="9776114" y="2034886"/>
                    <a:ext cx="1404129" cy="666750"/>
                  </a:xfrm>
                  <a:prstGeom prst="roundRect">
                    <a:avLst/>
                  </a:prstGeom>
                  <a:solidFill>
                    <a:srgbClr val="DBE5E9"/>
                  </a:solidFill>
                  <a:ln w="1270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Online RL</a:t>
                    </a: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1D8B1310-0696-527E-25B4-54A2252672D7}"/>
                      </a:ext>
                    </a:extLst>
                  </p:cNvPr>
                  <p:cNvSpPr txBox="1"/>
                  <p:nvPr/>
                </p:nvSpPr>
                <p:spPr>
                  <a:xfrm>
                    <a:off x="8269431" y="3222722"/>
                    <a:ext cx="125353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1" i="0" dirty="0">
                        <a:solidFill>
                          <a:srgbClr val="627D59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Anchor branch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462C9308-9F12-4F35-86A7-958BD48AAE3E}"/>
                      </a:ext>
                    </a:extLst>
                  </p:cNvPr>
                  <p:cNvSpPr txBox="1"/>
                  <p:nvPr/>
                </p:nvSpPr>
                <p:spPr>
                  <a:xfrm>
                    <a:off x="8237212" y="3815970"/>
                    <a:ext cx="135081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0" i="0" dirty="0">
                        <a:solidFill>
                          <a:srgbClr val="4B6243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 answer</a:t>
                    </a:r>
                  </a:p>
                </p:txBody>
              </p:sp>
              <p:sp>
                <p:nvSpPr>
                  <p:cNvPr id="141" name="Rounded Rectangle 140">
                    <a:extLst>
                      <a:ext uri="{FF2B5EF4-FFF2-40B4-BE49-F238E27FC236}">
                        <a16:creationId xmlns:a16="http://schemas.microsoft.com/office/drawing/2014/main" id="{94108FCA-1136-697B-87DC-F4449D4734A6}"/>
                      </a:ext>
                    </a:extLst>
                  </p:cNvPr>
                  <p:cNvSpPr/>
                  <p:nvPr/>
                </p:nvSpPr>
                <p:spPr>
                  <a:xfrm>
                    <a:off x="9776114" y="3272390"/>
                    <a:ext cx="1404129" cy="666750"/>
                  </a:xfrm>
                  <a:prstGeom prst="roundRect">
                    <a:avLst/>
                  </a:prstGeom>
                  <a:solidFill>
                    <a:srgbClr val="DDE4D2"/>
                  </a:solidFill>
                  <a:ln w="1270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Cross-Entropy SFT</a:t>
                    </a: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FA5F2BCB-EE70-1E01-3DDF-58E913B6FF63}"/>
                      </a:ext>
                    </a:extLst>
                  </p:cNvPr>
                  <p:cNvSpPr txBox="1"/>
                  <p:nvPr/>
                </p:nvSpPr>
                <p:spPr>
                  <a:xfrm>
                    <a:off x="7247659" y="4997096"/>
                    <a:ext cx="1298864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Student response</a:t>
                    </a:r>
                  </a:p>
                </p:txBody>
              </p:sp>
              <p:sp>
                <p:nvSpPr>
                  <p:cNvPr id="154" name="Rounded Rectangle 153">
                    <a:extLst>
                      <a:ext uri="{FF2B5EF4-FFF2-40B4-BE49-F238E27FC236}">
                        <a16:creationId xmlns:a16="http://schemas.microsoft.com/office/drawing/2014/main" id="{50B1CE10-CF73-BE24-E142-864AAB3EF459}"/>
                      </a:ext>
                    </a:extLst>
                  </p:cNvPr>
                  <p:cNvSpPr/>
                  <p:nvPr/>
                </p:nvSpPr>
                <p:spPr>
                  <a:xfrm>
                    <a:off x="9755814" y="5094446"/>
                    <a:ext cx="1030432" cy="311727"/>
                  </a:xfrm>
                  <a:prstGeom prst="roundRect">
                    <a:avLst/>
                  </a:prstGeom>
                  <a:solidFill>
                    <a:srgbClr val="E2D5BF"/>
                  </a:solidFill>
                  <a:ln w="10160">
                    <a:solidFill>
                      <a:srgbClr val="B1A08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Benchmark</a:t>
                    </a:r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D1220563-1718-9EF8-52FD-F8A2E45760D2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10142504" y="3003337"/>
                    <a:ext cx="3370802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Joint SFT-RL Optimization Loop</a:t>
                    </a:r>
                  </a:p>
                </p:txBody>
              </p:sp>
              <p:grpSp>
                <p:nvGrpSpPr>
                  <p:cNvPr id="207" name="组合 206">
                    <a:extLst>
                      <a:ext uri="{FF2B5EF4-FFF2-40B4-BE49-F238E27FC236}">
                        <a16:creationId xmlns:a16="http://schemas.microsoft.com/office/drawing/2014/main" id="{CA365F25-2A92-19EE-9AEE-FB78F3BD344C}"/>
                      </a:ext>
                    </a:extLst>
                  </p:cNvPr>
                  <p:cNvGrpSpPr/>
                  <p:nvPr/>
                </p:nvGrpSpPr>
                <p:grpSpPr>
                  <a:xfrm>
                    <a:off x="8226137" y="4460004"/>
                    <a:ext cx="1350818" cy="952133"/>
                    <a:chOff x="8226137" y="4909704"/>
                    <a:chExt cx="1350818" cy="952133"/>
                  </a:xfrm>
                </p:grpSpPr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2AEB6010-AC59-9BE3-772C-B4C15734E5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26137" y="5646393"/>
                      <a:ext cx="135081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Student</a:t>
                      </a:r>
                      <a:r>
                        <a:rPr lang="zh-CN" altLang="en-US"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sz="140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LLM</a:t>
                      </a:r>
                    </a:p>
                  </p:txBody>
                </p:sp>
                <p:pic>
                  <p:nvPicPr>
                    <p:cNvPr id="177" name="图片 176">
                      <a:extLst>
                        <a:ext uri="{FF2B5EF4-FFF2-40B4-BE49-F238E27FC236}">
                          <a16:creationId xmlns:a16="http://schemas.microsoft.com/office/drawing/2014/main" id="{6F00CB97-71FA-6EC5-4AE6-17EAD50B9A5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ackgroundRemoval t="65430" b="85985" l="87868" r="98325"/>
                              </a14:imgEffect>
                            </a14:imgLayer>
                          </a14:imgProps>
                        </a:ext>
                      </a:extLst>
                    </a:blip>
                    <a:srcRect l="86561" t="62861" r="368" b="11446"/>
                    <a:stretch>
                      <a:fillRect/>
                    </a:stretch>
                  </p:blipFill>
                  <p:spPr>
                    <a:xfrm>
                      <a:off x="8572500" y="4909704"/>
                      <a:ext cx="655182" cy="70077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1" name="图片 250">
                    <a:extLst>
                      <a:ext uri="{FF2B5EF4-FFF2-40B4-BE49-F238E27FC236}">
                        <a16:creationId xmlns:a16="http://schemas.microsoft.com/office/drawing/2014/main" id="{E42A239D-9653-C00B-554B-521FC826BF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65430" b="85985" l="87868" r="98325"/>
                            </a14:imgEffect>
                          </a14:imgLayer>
                        </a14:imgProps>
                      </a:ext>
                    </a:extLst>
                  </a:blip>
                  <a:srcRect l="86561" t="62861" r="368" b="11446"/>
                  <a:stretch>
                    <a:fillRect/>
                  </a:stretch>
                </p:blipFill>
                <p:spPr>
                  <a:xfrm>
                    <a:off x="8586660" y="865510"/>
                    <a:ext cx="655182" cy="700771"/>
                  </a:xfrm>
                  <a:prstGeom prst="rect">
                    <a:avLst/>
                  </a:prstGeom>
                </p:spPr>
              </p:pic>
              <p:pic>
                <p:nvPicPr>
                  <p:cNvPr id="258" name="图片 257">
                    <a:extLst>
                      <a:ext uri="{FF2B5EF4-FFF2-40B4-BE49-F238E27FC236}">
                        <a16:creationId xmlns:a16="http://schemas.microsoft.com/office/drawing/2014/main" id="{55AEF0D2-28B1-1EA2-424A-167F4A8A5A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9939575" y="4536499"/>
                    <a:ext cx="528259" cy="528259"/>
                  </a:xfrm>
                  <a:prstGeom prst="rect">
                    <a:avLst/>
                  </a:prstGeom>
                </p:spPr>
              </p:pic>
              <p:cxnSp>
                <p:nvCxnSpPr>
                  <p:cNvPr id="263" name="肘形连接符 262">
                    <a:extLst>
                      <a:ext uri="{FF2B5EF4-FFF2-40B4-BE49-F238E27FC236}">
                        <a16:creationId xmlns:a16="http://schemas.microsoft.com/office/drawing/2014/main" id="{F6A67DAD-E375-9FB8-3FC0-0C3B61F1A9C4}"/>
                      </a:ext>
                    </a:extLst>
                  </p:cNvPr>
                  <p:cNvCxnSpPr>
                    <a:endCxn id="124" idx="2"/>
                  </p:cNvCxnSpPr>
                  <p:nvPr/>
                </p:nvCxnSpPr>
                <p:spPr>
                  <a:xfrm rot="5400000" flipH="1" flipV="1">
                    <a:off x="5738997" y="4356465"/>
                    <a:ext cx="2184932" cy="506293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肘形连接符 264">
                    <a:extLst>
                      <a:ext uri="{FF2B5EF4-FFF2-40B4-BE49-F238E27FC236}">
                        <a16:creationId xmlns:a16="http://schemas.microsoft.com/office/drawing/2014/main" id="{BEDDC1FC-BF24-EBD6-DF7A-3790B0D3810B}"/>
                      </a:ext>
                    </a:extLst>
                  </p:cNvPr>
                  <p:cNvCxnSpPr>
                    <a:stCxn id="177" idx="1"/>
                    <a:endCxn id="124" idx="4"/>
                  </p:cNvCxnSpPr>
                  <p:nvPr/>
                </p:nvCxnSpPr>
                <p:spPr>
                  <a:xfrm rot="10800000">
                    <a:off x="7264610" y="3697146"/>
                    <a:ext cx="1307890" cy="1113245"/>
                  </a:xfrm>
                  <a:prstGeom prst="bentConnector2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肘形连接符 267">
                    <a:extLst>
                      <a:ext uri="{FF2B5EF4-FFF2-40B4-BE49-F238E27FC236}">
                        <a16:creationId xmlns:a16="http://schemas.microsoft.com/office/drawing/2014/main" id="{86F3B6EB-D2CE-D650-F432-9542F58F82E1}"/>
                      </a:ext>
                    </a:extLst>
                  </p:cNvPr>
                  <p:cNvCxnSpPr>
                    <a:stCxn id="251" idx="3"/>
                    <a:endCxn id="258" idx="3"/>
                  </p:cNvCxnSpPr>
                  <p:nvPr/>
                </p:nvCxnSpPr>
                <p:spPr>
                  <a:xfrm>
                    <a:off x="9241842" y="1215896"/>
                    <a:ext cx="1225992" cy="3584733"/>
                  </a:xfrm>
                  <a:prstGeom prst="bentConnector3">
                    <a:avLst>
                      <a:gd name="adj1" fmla="val 192008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肘形连接符 17">
                    <a:extLst>
                      <a:ext uri="{FF2B5EF4-FFF2-40B4-BE49-F238E27FC236}">
                        <a16:creationId xmlns:a16="http://schemas.microsoft.com/office/drawing/2014/main" id="{E567E72E-5109-A269-1446-85EB43D2ACB9}"/>
                      </a:ext>
                    </a:extLst>
                  </p:cNvPr>
                  <p:cNvCxnSpPr>
                    <a:stCxn id="258" idx="1"/>
                  </p:cNvCxnSpPr>
                  <p:nvPr/>
                </p:nvCxnSpPr>
                <p:spPr>
                  <a:xfrm rot="10800000">
                    <a:off x="9241843" y="4800629"/>
                    <a:ext cx="697733" cy="1"/>
                  </a:xfrm>
                  <a:prstGeom prst="bentConnector3">
                    <a:avLst>
                      <a:gd name="adj1" fmla="val 50000"/>
                    </a:avLst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斜纹 21">
                    <a:extLst>
                      <a:ext uri="{FF2B5EF4-FFF2-40B4-BE49-F238E27FC236}">
                        <a16:creationId xmlns:a16="http://schemas.microsoft.com/office/drawing/2014/main" id="{B8265D01-33FC-710D-A431-CA001836C5F5}"/>
                      </a:ext>
                    </a:extLst>
                  </p:cNvPr>
                  <p:cNvSpPr/>
                  <p:nvPr/>
                </p:nvSpPr>
                <p:spPr>
                  <a:xfrm rot="7068015" flipV="1">
                    <a:off x="7436845" y="2608098"/>
                    <a:ext cx="935310" cy="365845"/>
                  </a:xfrm>
                  <a:prstGeom prst="diagStripe">
                    <a:avLst/>
                  </a:prstGeom>
                  <a:solidFill>
                    <a:srgbClr val="ABBECC"/>
                  </a:solidFill>
                  <a:ln>
                    <a:solidFill>
                      <a:srgbClr val="587E9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4" name="Right Arrow 133">
                    <a:extLst>
                      <a:ext uri="{FF2B5EF4-FFF2-40B4-BE49-F238E27FC236}">
                        <a16:creationId xmlns:a16="http://schemas.microsoft.com/office/drawing/2014/main" id="{D831E95F-02D1-33B2-AE7A-E28A2D01DC70}"/>
                      </a:ext>
                    </a:extLst>
                  </p:cNvPr>
                  <p:cNvSpPr/>
                  <p:nvPr/>
                </p:nvSpPr>
                <p:spPr>
                  <a:xfrm>
                    <a:off x="8094892" y="2268681"/>
                    <a:ext cx="1689880" cy="432954"/>
                  </a:xfrm>
                  <a:prstGeom prst="rightArrow">
                    <a:avLst/>
                  </a:prstGeom>
                  <a:solidFill>
                    <a:srgbClr val="AABECC"/>
                  </a:solidFill>
                  <a:ln w="1016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DF814879-4CA3-1A5A-2AB5-2260CC0D63CB}"/>
                      </a:ext>
                    </a:extLst>
                  </p:cNvPr>
                  <p:cNvSpPr/>
                  <p:nvPr/>
                </p:nvSpPr>
                <p:spPr>
                  <a:xfrm rot="3021261">
                    <a:off x="7459085" y="3273768"/>
                    <a:ext cx="845152" cy="153460"/>
                  </a:xfrm>
                  <a:prstGeom prst="rect">
                    <a:avLst/>
                  </a:prstGeom>
                  <a:solidFill>
                    <a:srgbClr val="C0CEB6"/>
                  </a:solidFill>
                  <a:ln>
                    <a:solidFill>
                      <a:srgbClr val="617D58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39" name="Right Arrow 138">
                    <a:extLst>
                      <a:ext uri="{FF2B5EF4-FFF2-40B4-BE49-F238E27FC236}">
                        <a16:creationId xmlns:a16="http://schemas.microsoft.com/office/drawing/2014/main" id="{C8CF0873-5C80-32BD-AD39-1C54F3F99D1C}"/>
                      </a:ext>
                    </a:extLst>
                  </p:cNvPr>
                  <p:cNvSpPr/>
                  <p:nvPr/>
                </p:nvSpPr>
                <p:spPr>
                  <a:xfrm>
                    <a:off x="8094892" y="3392382"/>
                    <a:ext cx="1689880" cy="432954"/>
                  </a:xfrm>
                  <a:prstGeom prst="rightArrow">
                    <a:avLst/>
                  </a:prstGeom>
                  <a:solidFill>
                    <a:srgbClr val="C0CDB6"/>
                  </a:solidFill>
                  <a:ln w="10160">
                    <a:solidFill>
                      <a:srgbClr val="627D59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26" name="肘形连接符 25">
                    <a:extLst>
                      <a:ext uri="{FF2B5EF4-FFF2-40B4-BE49-F238E27FC236}">
                        <a16:creationId xmlns:a16="http://schemas.microsoft.com/office/drawing/2014/main" id="{CD0B2F7D-8BBD-C387-1E65-F8C186F7B093}"/>
                      </a:ext>
                    </a:extLst>
                  </p:cNvPr>
                  <p:cNvCxnSpPr>
                    <a:endCxn id="141" idx="3"/>
                  </p:cNvCxnSpPr>
                  <p:nvPr/>
                </p:nvCxnSpPr>
                <p:spPr>
                  <a:xfrm flipH="1" flipV="1">
                    <a:off x="11180243" y="3605765"/>
                    <a:ext cx="434541" cy="2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肘形连接符 25">
                    <a:extLst>
                      <a:ext uri="{FF2B5EF4-FFF2-40B4-BE49-F238E27FC236}">
                        <a16:creationId xmlns:a16="http://schemas.microsoft.com/office/drawing/2014/main" id="{743451CE-2DF2-FE97-760A-95647177351E}"/>
                      </a:ext>
                    </a:extLst>
                  </p:cNvPr>
                  <p:cNvCxnSpPr>
                    <a:endCxn id="136" idx="3"/>
                  </p:cNvCxnSpPr>
                  <p:nvPr/>
                </p:nvCxnSpPr>
                <p:spPr>
                  <a:xfrm flipH="1">
                    <a:off x="11180243" y="2368261"/>
                    <a:ext cx="434541" cy="0"/>
                  </a:xfrm>
                  <a:prstGeom prst="straightConnector1">
                    <a:avLst/>
                  </a:prstGeom>
                  <a:ln w="33020">
                    <a:solidFill>
                      <a:schemeClr val="accent6">
                        <a:lumMod val="75000"/>
                      </a:schemeClr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9" name="组合 258">
                    <a:extLst>
                      <a:ext uri="{FF2B5EF4-FFF2-40B4-BE49-F238E27FC236}">
                        <a16:creationId xmlns:a16="http://schemas.microsoft.com/office/drawing/2014/main" id="{DA71E9AB-EE93-421C-4E10-5E2020DAA8C1}"/>
                      </a:ext>
                    </a:extLst>
                  </p:cNvPr>
                  <p:cNvGrpSpPr/>
                  <p:nvPr/>
                </p:nvGrpSpPr>
                <p:grpSpPr>
                  <a:xfrm>
                    <a:off x="6758490" y="2755874"/>
                    <a:ext cx="1004455" cy="941271"/>
                    <a:chOff x="6857999" y="2526623"/>
                    <a:chExt cx="1004455" cy="941271"/>
                  </a:xfrm>
                </p:grpSpPr>
                <p:sp>
                  <p:nvSpPr>
                    <p:cNvPr id="122" name="Isosceles Triangle 121">
                      <a:extLst>
                        <a:ext uri="{FF2B5EF4-FFF2-40B4-BE49-F238E27FC236}">
                          <a16:creationId xmlns:a16="http://schemas.microsoft.com/office/drawing/2014/main" id="{A75F6C26-C353-1664-A2AA-8D14EFFB901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857999" y="2526623"/>
                      <a:ext cx="1004455" cy="607561"/>
                    </a:xfrm>
                    <a:prstGeom prst="triangle">
                      <a:avLst/>
                    </a:prstGeom>
                    <a:solidFill>
                      <a:srgbClr val="B2C6C6"/>
                    </a:solidFill>
                    <a:ln w="1270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3" name="Rectangle 122">
                      <a:extLst>
                        <a:ext uri="{FF2B5EF4-FFF2-40B4-BE49-F238E27FC236}">
                          <a16:creationId xmlns:a16="http://schemas.microsoft.com/office/drawing/2014/main" id="{99D97AB9-CD94-4A2D-3A38-D230D22C69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9614" y="3030681"/>
                      <a:ext cx="121227" cy="242455"/>
                    </a:xfrm>
                    <a:prstGeom prst="rect">
                      <a:avLst/>
                    </a:prstGeom>
                    <a:solidFill>
                      <a:srgbClr val="B2C6C6"/>
                    </a:solidFill>
                    <a:ln w="1016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585B0CB8-6EB1-95FB-59EF-60F70F62A7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84119" y="3107894"/>
                      <a:ext cx="360000" cy="360000"/>
                    </a:xfrm>
                    <a:prstGeom prst="ellipse">
                      <a:avLst/>
                    </a:prstGeom>
                    <a:solidFill>
                      <a:srgbClr val="D6E4CE"/>
                    </a:solidFill>
                    <a:ln w="11430">
                      <a:solidFill>
                        <a:srgbClr val="6A845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</p:grpSp>
            <p:grpSp>
              <p:nvGrpSpPr>
                <p:cNvPr id="68" name="组合 67">
                  <a:extLst>
                    <a:ext uri="{FF2B5EF4-FFF2-40B4-BE49-F238E27FC236}">
                      <a16:creationId xmlns:a16="http://schemas.microsoft.com/office/drawing/2014/main" id="{B145C8FA-162C-7521-E024-D0420C68D044}"/>
                    </a:ext>
                  </a:extLst>
                </p:cNvPr>
                <p:cNvGrpSpPr/>
                <p:nvPr/>
              </p:nvGrpSpPr>
              <p:grpSpPr>
                <a:xfrm>
                  <a:off x="86589" y="176050"/>
                  <a:ext cx="6491727" cy="5694814"/>
                  <a:chOff x="86589" y="176050"/>
                  <a:chExt cx="6491727" cy="5694814"/>
                </a:xfrm>
              </p:grpSpPr>
              <p:sp>
                <p:nvSpPr>
                  <p:cNvPr id="2" name="Rounded Rectangle 1">
                    <a:extLst>
                      <a:ext uri="{FF2B5EF4-FFF2-40B4-BE49-F238E27FC236}">
                        <a16:creationId xmlns:a16="http://schemas.microsoft.com/office/drawing/2014/main" id="{E7E81B26-20F2-F1FB-B467-696AFF247FEC}"/>
                      </a:ext>
                    </a:extLst>
                  </p:cNvPr>
                  <p:cNvSpPr/>
                  <p:nvPr/>
                </p:nvSpPr>
                <p:spPr>
                  <a:xfrm>
                    <a:off x="86591" y="181842"/>
                    <a:ext cx="5905500" cy="5689022"/>
                  </a:xfrm>
                  <a:prstGeom prst="roundRect">
                    <a:avLst/>
                  </a:prstGeom>
                  <a:solidFill>
                    <a:srgbClr val="EAEFF3"/>
                  </a:solidFill>
                  <a:ln w="1778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2BA606AD-11C5-4FFF-33DC-220EC61E687A}"/>
                      </a:ext>
                    </a:extLst>
                  </p:cNvPr>
                  <p:cNvSpPr txBox="1"/>
                  <p:nvPr/>
                </p:nvSpPr>
                <p:spPr>
                  <a:xfrm>
                    <a:off x="86589" y="176050"/>
                    <a:ext cx="5905500" cy="49212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Stage 1: </a:t>
                    </a:r>
                    <a:r>
                      <a:rPr 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Home-Field Culture-Authority Collaboration</a:t>
                    </a:r>
                  </a:p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HF-CAC</a:t>
                    </a:r>
                  </a:p>
                </p:txBody>
              </p:sp>
              <p:sp>
                <p:nvSpPr>
                  <p:cNvPr id="6" name="Rounded Rectangle 5">
                    <a:extLst>
                      <a:ext uri="{FF2B5EF4-FFF2-40B4-BE49-F238E27FC236}">
                        <a16:creationId xmlns:a16="http://schemas.microsoft.com/office/drawing/2014/main" id="{67D64D5A-0673-E2D7-859D-2458921130BD}"/>
                      </a:ext>
                    </a:extLst>
                  </p:cNvPr>
                  <p:cNvSpPr/>
                  <p:nvPr/>
                </p:nvSpPr>
                <p:spPr>
                  <a:xfrm>
                    <a:off x="216477" y="606136"/>
                    <a:ext cx="2649682" cy="3706090"/>
                  </a:xfrm>
                  <a:prstGeom prst="roundRect">
                    <a:avLst/>
                  </a:prstGeom>
                  <a:solidFill>
                    <a:srgbClr val="E2E9EF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16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" name="Rounded Rectangle 6">
                    <a:extLst>
                      <a:ext uri="{FF2B5EF4-FFF2-40B4-BE49-F238E27FC236}">
                        <a16:creationId xmlns:a16="http://schemas.microsoft.com/office/drawing/2014/main" id="{7A6E29F5-D35D-D65A-E39D-CED3DAE4E4AA}"/>
                      </a:ext>
                    </a:extLst>
                  </p:cNvPr>
                  <p:cNvSpPr/>
                  <p:nvPr/>
                </p:nvSpPr>
                <p:spPr>
                  <a:xfrm>
                    <a:off x="3099955" y="606136"/>
                    <a:ext cx="2779568" cy="2658341"/>
                  </a:xfrm>
                  <a:prstGeom prst="roundRect">
                    <a:avLst/>
                  </a:prstGeom>
                  <a:solidFill>
                    <a:srgbClr val="EDE5DE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" name="Rounded Rectangle 7">
                    <a:extLst>
                      <a:ext uri="{FF2B5EF4-FFF2-40B4-BE49-F238E27FC236}">
                        <a16:creationId xmlns:a16="http://schemas.microsoft.com/office/drawing/2014/main" id="{F7F27A1C-C1E3-AD85-AA29-0B03D0D47D59}"/>
                      </a:ext>
                    </a:extLst>
                  </p:cNvPr>
                  <p:cNvSpPr/>
                  <p:nvPr/>
                </p:nvSpPr>
                <p:spPr>
                  <a:xfrm>
                    <a:off x="3099955" y="3542956"/>
                    <a:ext cx="2779568" cy="1894952"/>
                  </a:xfrm>
                  <a:prstGeom prst="roundRect">
                    <a:avLst/>
                  </a:prstGeom>
                  <a:solidFill>
                    <a:srgbClr val="E6E2EC"/>
                  </a:solidFill>
                  <a:ln w="12700">
                    <a:solidFill>
                      <a:srgbClr val="7B8C9D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A136A75D-9665-DE2A-98E9-9E6977168F52}"/>
                      </a:ext>
                    </a:extLst>
                  </p:cNvPr>
                  <p:cNvSpPr txBox="1"/>
                  <p:nvPr/>
                </p:nvSpPr>
                <p:spPr>
                  <a:xfrm>
                    <a:off x="216477" y="802065"/>
                    <a:ext cx="2649680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1:</a:t>
                    </a:r>
                    <a:r>
                      <a:rPr lang="zh-CN" altLang="en-US" sz="1600" b="1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Initialization</a:t>
                    </a:r>
                  </a:p>
                </p:txBody>
              </p:sp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1A42EAF-0E32-BCAF-ABAC-CCFD74D8397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9953" y="815694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2:</a:t>
                    </a:r>
                    <a:r>
                      <a:rPr lang="zh-CN" altLang="en-US"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600" b="1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Debate</a:t>
                    </a: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A96E0EB7-D5B2-0D57-4C75-4F6BE4AF51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9953" y="3636676"/>
                    <a:ext cx="277956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6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Phase 3: Judge</a:t>
                    </a:r>
                  </a:p>
                </p:txBody>
              </p:sp>
              <p:grpSp>
                <p:nvGrpSpPr>
                  <p:cNvPr id="249" name="组合 248">
                    <a:extLst>
                      <a:ext uri="{FF2B5EF4-FFF2-40B4-BE49-F238E27FC236}">
                        <a16:creationId xmlns:a16="http://schemas.microsoft.com/office/drawing/2014/main" id="{329582A8-892F-4231-5D4F-A202DD3F1F3A}"/>
                      </a:ext>
                    </a:extLst>
                  </p:cNvPr>
                  <p:cNvGrpSpPr/>
                  <p:nvPr/>
                </p:nvGrpSpPr>
                <p:grpSpPr>
                  <a:xfrm>
                    <a:off x="691787" y="4485408"/>
                    <a:ext cx="1310955" cy="710045"/>
                    <a:chOff x="406977" y="4485408"/>
                    <a:chExt cx="1310955" cy="710045"/>
                  </a:xfrm>
                </p:grpSpPr>
                <p:sp>
                  <p:nvSpPr>
                    <p:cNvPr id="12" name="Rounded Rectangle 11">
                      <a:extLst>
                        <a:ext uri="{FF2B5EF4-FFF2-40B4-BE49-F238E27FC236}">
                          <a16:creationId xmlns:a16="http://schemas.microsoft.com/office/drawing/2014/main" id="{9DD9006C-95A6-72B1-EF6F-48989033C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977" y="4485408"/>
                      <a:ext cx="1310955" cy="710045"/>
                    </a:xfrm>
                    <a:prstGeom prst="roundRect">
                      <a:avLst/>
                    </a:prstGeom>
                    <a:solidFill>
                      <a:srgbClr val="F0E9DB"/>
                    </a:solidFill>
                    <a:ln w="1270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C1FDC246-AA89-3BDA-96A7-5AF28B8EC4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3568" y="4531622"/>
                      <a:ext cx="88322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200" b="1" i="0" dirty="0">
                          <a:solidFill>
                            <a:srgbClr val="78633E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Input</a:t>
                      </a:r>
                    </a:p>
                  </p:txBody>
                </p:sp>
                <p:sp>
                  <p:nvSpPr>
                    <p:cNvPr id="14" name="Rounded Rectangle 13">
                      <a:extLst>
                        <a:ext uri="{FF2B5EF4-FFF2-40B4-BE49-F238E27FC236}">
                          <a16:creationId xmlns:a16="http://schemas.microsoft.com/office/drawing/2014/main" id="{89CBDE71-DB79-5A80-CB0A-F4DD255836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227" y="4719204"/>
                      <a:ext cx="865909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C891B67E-28A4-BEBD-199F-64826C71AA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1500" y="4716345"/>
                      <a:ext cx="727364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Question  q</a:t>
                      </a:r>
                    </a:p>
                  </p:txBody>
                </p:sp>
                <p:sp>
                  <p:nvSpPr>
                    <p:cNvPr id="16" name="Rounded Rectangle 15">
                      <a:extLst>
                        <a:ext uri="{FF2B5EF4-FFF2-40B4-BE49-F238E27FC236}">
                          <a16:creationId xmlns:a16="http://schemas.microsoft.com/office/drawing/2014/main" id="{35D79726-DC52-AD98-8F38-A571DE0AC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227" y="4935681"/>
                      <a:ext cx="1133461" cy="173182"/>
                    </a:xfrm>
                    <a:prstGeom prst="roundRect">
                      <a:avLst/>
                    </a:prstGeom>
                    <a:solidFill>
                      <a:srgbClr val="F8F6F1"/>
                    </a:solidFill>
                    <a:ln w="8890">
                      <a:solidFill>
                        <a:srgbClr val="B1A08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FD7CEB6A-2771-9984-972A-ADE32BF27E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1500" y="4937151"/>
                      <a:ext cx="909206" cy="1615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l"/>
                      <a:r>
                        <a:rPr sz="1050" b="0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Country = </a:t>
                      </a:r>
                      <a:r>
                        <a:rPr lang="en-US" altLang="zh-CN" sz="105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China</a:t>
                      </a:r>
                      <a:endParaRPr sz="105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cxnSp>
                <p:nvCxnSpPr>
                  <p:cNvPr id="21" name="Connector 20">
                    <a:extLst>
                      <a:ext uri="{FF2B5EF4-FFF2-40B4-BE49-F238E27FC236}">
                        <a16:creationId xmlns:a16="http://schemas.microsoft.com/office/drawing/2014/main" id="{678C074A-3A78-CBEE-9F50-40C000247182}"/>
                      </a:ext>
                    </a:extLst>
                  </p:cNvPr>
                  <p:cNvCxnSpPr>
                    <a:stCxn id="12" idx="1"/>
                    <a:endCxn id="220" idx="1"/>
                  </p:cNvCxnSpPr>
                  <p:nvPr/>
                </p:nvCxnSpPr>
                <p:spPr>
                  <a:xfrm rot="10800000" flipH="1">
                    <a:off x="691786" y="1172527"/>
                    <a:ext cx="622497" cy="3667905"/>
                  </a:xfrm>
                  <a:prstGeom prst="bentConnector3">
                    <a:avLst>
                      <a:gd name="adj1" fmla="val -60804"/>
                    </a:avLst>
                  </a:prstGeom>
                  <a:ln w="35560">
                    <a:solidFill>
                      <a:srgbClr val="7B8C9D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" name="组合 205">
                    <a:extLst>
                      <a:ext uri="{FF2B5EF4-FFF2-40B4-BE49-F238E27FC236}">
                        <a16:creationId xmlns:a16="http://schemas.microsoft.com/office/drawing/2014/main" id="{A1EA64FE-DB0E-776D-E862-6BE7D804F9D0}"/>
                      </a:ext>
                    </a:extLst>
                  </p:cNvPr>
                  <p:cNvGrpSpPr/>
                  <p:nvPr/>
                </p:nvGrpSpPr>
                <p:grpSpPr>
                  <a:xfrm>
                    <a:off x="3732068" y="1176132"/>
                    <a:ext cx="987136" cy="658091"/>
                    <a:chOff x="3792682" y="1247633"/>
                    <a:chExt cx="987136" cy="658091"/>
                  </a:xfrm>
                </p:grpSpPr>
                <p:sp>
                  <p:nvSpPr>
                    <p:cNvPr id="53" name="Cloud Callout 52">
                      <a:extLst>
                        <a:ext uri="{FF2B5EF4-FFF2-40B4-BE49-F238E27FC236}">
                          <a16:creationId xmlns:a16="http://schemas.microsoft.com/office/drawing/2014/main" id="{7CDAC960-46B8-82CA-1BC3-E14FD67A9E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2682" y="1247633"/>
                      <a:ext cx="987136" cy="658091"/>
                    </a:xfrm>
                    <a:prstGeom prst="cloudCallout">
                      <a:avLst/>
                    </a:prstGeom>
                    <a:solidFill>
                      <a:srgbClr val="F8F6F1"/>
                    </a:solidFill>
                    <a:ln w="11430">
                      <a:solidFill>
                        <a:srgbClr val="76808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986801E4-17EF-F50F-2754-97D70F9C93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96591" y="1350313"/>
                      <a:ext cx="831273" cy="4339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Authoritative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Cultural</a:t>
                      </a:r>
                    </a:p>
                    <a:p>
                      <a:pPr algn="ctr"/>
                      <a:r>
                        <a:rPr sz="940" b="1" i="0" dirty="0">
                          <a:solidFill>
                            <a:srgbClr val="363636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Perspective</a:t>
                      </a:r>
                    </a:p>
                  </p:txBody>
                </p:sp>
              </p:grpSp>
              <p:sp>
                <p:nvSpPr>
                  <p:cNvPr id="79" name="Right Arrow 78">
                    <a:extLst>
                      <a:ext uri="{FF2B5EF4-FFF2-40B4-BE49-F238E27FC236}">
                        <a16:creationId xmlns:a16="http://schemas.microsoft.com/office/drawing/2014/main" id="{7C951284-CBE4-4EA3-298D-4D3D04C49970}"/>
                      </a:ext>
                    </a:extLst>
                  </p:cNvPr>
                  <p:cNvSpPr/>
                  <p:nvPr/>
                </p:nvSpPr>
                <p:spPr>
                  <a:xfrm>
                    <a:off x="2883477" y="2060863"/>
                    <a:ext cx="329045" cy="259773"/>
                  </a:xfrm>
                  <a:prstGeom prst="rightArrow">
                    <a:avLst/>
                  </a:prstGeom>
                  <a:solidFill>
                    <a:srgbClr val="587E95"/>
                  </a:solidFill>
                  <a:ln w="8890">
                    <a:solidFill>
                      <a:srgbClr val="587E9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0" name="Down Arrow 79">
                    <a:extLst>
                      <a:ext uri="{FF2B5EF4-FFF2-40B4-BE49-F238E27FC236}">
                        <a16:creationId xmlns:a16="http://schemas.microsoft.com/office/drawing/2014/main" id="{61AC1257-BCE4-BC04-D81F-7FF9F3944C58}"/>
                      </a:ext>
                    </a:extLst>
                  </p:cNvPr>
                  <p:cNvSpPr/>
                  <p:nvPr/>
                </p:nvSpPr>
                <p:spPr>
                  <a:xfrm>
                    <a:off x="4390159" y="3294457"/>
                    <a:ext cx="190500" cy="303068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82" name="Picture 81" descr="image.png">
                    <a:extLst>
                      <a:ext uri="{FF2B5EF4-FFF2-40B4-BE49-F238E27FC236}">
                        <a16:creationId xmlns:a16="http://schemas.microsoft.com/office/drawing/2014/main" id="{5D618887-4B45-CBDF-1A86-AF95A7301A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905841" y="4322845"/>
                    <a:ext cx="398318" cy="398318"/>
                  </a:xfrm>
                  <a:prstGeom prst="rect">
                    <a:avLst/>
                  </a:prstGeom>
                </p:spPr>
              </p:pic>
              <p:cxnSp>
                <p:nvCxnSpPr>
                  <p:cNvPr id="84" name="Connector 83">
                    <a:extLst>
                      <a:ext uri="{FF2B5EF4-FFF2-40B4-BE49-F238E27FC236}">
                        <a16:creationId xmlns:a16="http://schemas.microsoft.com/office/drawing/2014/main" id="{C6B4DE90-88D6-045E-9D64-3F7071C2911C}"/>
                      </a:ext>
                    </a:extLst>
                  </p:cNvPr>
                  <p:cNvCxnSpPr>
                    <a:stCxn id="82" idx="3"/>
                    <a:endCxn id="97" idx="0"/>
                  </p:cNvCxnSpPr>
                  <p:nvPr/>
                </p:nvCxnSpPr>
                <p:spPr>
                  <a:xfrm>
                    <a:off x="4304159" y="4522004"/>
                    <a:ext cx="630626" cy="8661"/>
                  </a:xfrm>
                  <a:prstGeom prst="line">
                    <a:avLst/>
                  </a:prstGeom>
                  <a:ln w="22860">
                    <a:solidFill>
                      <a:srgbClr val="666666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0C1EEECA-77A2-013A-4DB3-8213F2FF3E94}"/>
                      </a:ext>
                    </a:extLst>
                  </p:cNvPr>
                  <p:cNvSpPr txBox="1"/>
                  <p:nvPr/>
                </p:nvSpPr>
                <p:spPr>
                  <a:xfrm>
                    <a:off x="4378029" y="3950783"/>
                    <a:ext cx="1558636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1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Cultural Affinity Matrix</a:t>
                    </a:r>
                  </a:p>
                </p:txBody>
              </p:sp>
              <p:grpSp>
                <p:nvGrpSpPr>
                  <p:cNvPr id="214" name="组合 213">
                    <a:extLst>
                      <a:ext uri="{FF2B5EF4-FFF2-40B4-BE49-F238E27FC236}">
                        <a16:creationId xmlns:a16="http://schemas.microsoft.com/office/drawing/2014/main" id="{AC2498E3-C83F-0BA7-188D-AA6DD572484B}"/>
                      </a:ext>
                    </a:extLst>
                  </p:cNvPr>
                  <p:cNvGrpSpPr/>
                  <p:nvPr/>
                </p:nvGrpSpPr>
                <p:grpSpPr>
                  <a:xfrm>
                    <a:off x="4861182" y="4236256"/>
                    <a:ext cx="736023" cy="588818"/>
                    <a:chOff x="4786232" y="4416136"/>
                    <a:chExt cx="736023" cy="588818"/>
                  </a:xfrm>
                </p:grpSpPr>
                <p:sp>
                  <p:nvSpPr>
                    <p:cNvPr id="87" name="Rectangle 86">
                      <a:extLst>
                        <a:ext uri="{FF2B5EF4-FFF2-40B4-BE49-F238E27FC236}">
                          <a16:creationId xmlns:a16="http://schemas.microsoft.com/office/drawing/2014/main" id="{2382009A-EA60-5197-601C-FBAFC0FF94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6232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7E1E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8" name="Rectangle 87">
                      <a:extLst>
                        <a:ext uri="{FF2B5EF4-FFF2-40B4-BE49-F238E27FC236}">
                          <a16:creationId xmlns:a16="http://schemas.microsoft.com/office/drawing/2014/main" id="{2B03A45B-F378-F315-7236-42C1426ED5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3437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ECED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id="{342194CA-C08D-0FC3-D9DC-5C1C5F1039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641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98B6C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0" name="Rectangle 89">
                      <a:extLst>
                        <a:ext uri="{FF2B5EF4-FFF2-40B4-BE49-F238E27FC236}">
                          <a16:creationId xmlns:a16="http://schemas.microsoft.com/office/drawing/2014/main" id="{C7064B2B-1D9D-62A4-4053-33F456FC75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7846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BFCCA8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CA19A501-70C7-B201-FDC0-23CCC153E0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5050" y="4416136"/>
                      <a:ext cx="147205" cy="147205"/>
                    </a:xfrm>
                    <a:prstGeom prst="rect">
                      <a:avLst/>
                    </a:prstGeom>
                    <a:solidFill>
                      <a:srgbClr val="DFD6B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400B026D-759D-E5BD-1C06-C2AB36B2F3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6232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EE7D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id="{17B81AD9-2E84-A8C9-A93E-A3EB29463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3437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B6C9A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7A726857-AD58-6F49-FAFA-2447A882B0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641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91B27A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FF6EE14-A74B-38C4-2B45-0B72AEB973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7846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A79DC4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6" name="Rectangle 95">
                      <a:extLst>
                        <a:ext uri="{FF2B5EF4-FFF2-40B4-BE49-F238E27FC236}">
                          <a16:creationId xmlns:a16="http://schemas.microsoft.com/office/drawing/2014/main" id="{4C26674A-305C-E0EA-70B4-6D4D9D02D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5050" y="4563340"/>
                      <a:ext cx="147205" cy="147205"/>
                    </a:xfrm>
                    <a:prstGeom prst="rect">
                      <a:avLst/>
                    </a:prstGeom>
                    <a:solidFill>
                      <a:srgbClr val="D2C0B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7" name="Rectangle 96">
                      <a:extLst>
                        <a:ext uri="{FF2B5EF4-FFF2-40B4-BE49-F238E27FC236}">
                          <a16:creationId xmlns:a16="http://schemas.microsoft.com/office/drawing/2014/main" id="{FEC866CF-7F75-0C8B-756D-B062365ED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6232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D4DBE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8" name="Rectangle 97">
                      <a:extLst>
                        <a:ext uri="{FF2B5EF4-FFF2-40B4-BE49-F238E27FC236}">
                          <a16:creationId xmlns:a16="http://schemas.microsoft.com/office/drawing/2014/main" id="{E86DACF8-916D-BA97-119B-C2A5687C72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3437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ABBC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130B2BA7-8A00-B874-0ED3-162089E983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641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6D92C1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0" name="Rectangle 99">
                      <a:extLst>
                        <a:ext uri="{FF2B5EF4-FFF2-40B4-BE49-F238E27FC236}">
                          <a16:creationId xmlns:a16="http://schemas.microsoft.com/office/drawing/2014/main" id="{7F7E8953-9036-D9FF-974D-A76AEA22D6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7846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9AAB89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1" name="Rectangle 100">
                      <a:extLst>
                        <a:ext uri="{FF2B5EF4-FFF2-40B4-BE49-F238E27FC236}">
                          <a16:creationId xmlns:a16="http://schemas.microsoft.com/office/drawing/2014/main" id="{4D1DB35B-C8A3-FC6B-F597-AB00107B0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5050" y="4710545"/>
                      <a:ext cx="147205" cy="147205"/>
                    </a:xfrm>
                    <a:prstGeom prst="rect">
                      <a:avLst/>
                    </a:prstGeom>
                    <a:solidFill>
                      <a:srgbClr val="BFCEA0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2" name="Rectangle 101">
                      <a:extLst>
                        <a:ext uri="{FF2B5EF4-FFF2-40B4-BE49-F238E27FC236}">
                          <a16:creationId xmlns:a16="http://schemas.microsoft.com/office/drawing/2014/main" id="{F67D98C6-63FF-3DA7-BFA6-2C4D1B4212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6232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E7E0E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3" name="Rectangle 102">
                      <a:extLst>
                        <a:ext uri="{FF2B5EF4-FFF2-40B4-BE49-F238E27FC236}">
                          <a16:creationId xmlns:a16="http://schemas.microsoft.com/office/drawing/2014/main" id="{C6F37F07-AB10-AC31-9E7D-C74778B199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3437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D1C7DB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4" name="Rectangle 103">
                      <a:extLst>
                        <a:ext uri="{FF2B5EF4-FFF2-40B4-BE49-F238E27FC236}">
                          <a16:creationId xmlns:a16="http://schemas.microsoft.com/office/drawing/2014/main" id="{D6EB0AD1-6936-1837-94F6-922542A09A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641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B2A8C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5" name="Rectangle 104">
                      <a:extLst>
                        <a:ext uri="{FF2B5EF4-FFF2-40B4-BE49-F238E27FC236}">
                          <a16:creationId xmlns:a16="http://schemas.microsoft.com/office/drawing/2014/main" id="{38CB229B-F897-4782-7839-F87F35892F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7846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A0B396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C95FEC43-8BE0-B74D-E29F-22D7866324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5050" y="4857749"/>
                      <a:ext cx="147205" cy="147205"/>
                    </a:xfrm>
                    <a:prstGeom prst="rect">
                      <a:avLst/>
                    </a:prstGeom>
                    <a:solidFill>
                      <a:srgbClr val="7A926C"/>
                    </a:solidFill>
                    <a:ln w="5715">
                      <a:solidFill>
                        <a:srgbClr val="888888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289D101B-BA90-C9B5-AAF1-C20B5C1AE471}"/>
                      </a:ext>
                    </a:extLst>
                  </p:cNvPr>
                  <p:cNvSpPr txBox="1"/>
                  <p:nvPr/>
                </p:nvSpPr>
                <p:spPr>
                  <a:xfrm>
                    <a:off x="4716166" y="5120419"/>
                    <a:ext cx="1132428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r>
                      <a:rPr lang="zh-CN" altLang="en-US" sz="120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 </a:t>
                    </a:r>
                    <a:r>
                      <a:rPr sz="1200" b="0" i="0" dirty="0">
                        <a:solidFill>
                          <a:srgbClr val="363636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answer</a:t>
                    </a:r>
                  </a:p>
                </p:txBody>
              </p:sp>
              <p:cxnSp>
                <p:nvCxnSpPr>
                  <p:cNvPr id="108" name="Connector 107">
                    <a:extLst>
                      <a:ext uri="{FF2B5EF4-FFF2-40B4-BE49-F238E27FC236}">
                        <a16:creationId xmlns:a16="http://schemas.microsoft.com/office/drawing/2014/main" id="{E0748693-98DB-F0F6-4A60-D4C52C00C9A7}"/>
                      </a:ext>
                    </a:extLst>
                  </p:cNvPr>
                  <p:cNvCxnSpPr/>
                  <p:nvPr/>
                </p:nvCxnSpPr>
                <p:spPr>
                  <a:xfrm>
                    <a:off x="1472045" y="5195454"/>
                    <a:ext cx="0" cy="519545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Connector 108">
                    <a:extLst>
                      <a:ext uri="{FF2B5EF4-FFF2-40B4-BE49-F238E27FC236}">
                        <a16:creationId xmlns:a16="http://schemas.microsoft.com/office/drawing/2014/main" id="{39F48A53-3065-1BB3-ACDC-D61E36B9F57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472045" y="5714999"/>
                    <a:ext cx="5106271" cy="4289"/>
                  </a:xfrm>
                  <a:prstGeom prst="line">
                    <a:avLst/>
                  </a:prstGeom>
                  <a:ln w="30480">
                    <a:solidFill>
                      <a:srgbClr val="587E9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76" name="图片 175">
                    <a:extLst>
                      <a:ext uri="{FF2B5EF4-FFF2-40B4-BE49-F238E27FC236}">
                        <a16:creationId xmlns:a16="http://schemas.microsoft.com/office/drawing/2014/main" id="{50316A7A-D9F0-3A52-F13E-F96C0CEB6D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58808" b="83541" l="45978" r="56583"/>
                            </a14:imgEffect>
                          </a14:imgLayer>
                        </a14:imgProps>
                      </a:ext>
                    </a:extLst>
                  </a:blip>
                  <a:srcRect l="44652" t="55716" r="42091" b="13367"/>
                  <a:stretch>
                    <a:fillRect/>
                  </a:stretch>
                </p:blipFill>
                <p:spPr>
                  <a:xfrm>
                    <a:off x="3385445" y="3961860"/>
                    <a:ext cx="694428" cy="881164"/>
                  </a:xfrm>
                  <a:prstGeom prst="rect">
                    <a:avLst/>
                  </a:prstGeom>
                </p:spPr>
              </p:pic>
              <p:cxnSp>
                <p:nvCxnSpPr>
                  <p:cNvPr id="186" name="曲线连接符 185">
                    <a:extLst>
                      <a:ext uri="{FF2B5EF4-FFF2-40B4-BE49-F238E27FC236}">
                        <a16:creationId xmlns:a16="http://schemas.microsoft.com/office/drawing/2014/main" id="{97BF62FE-02B3-D944-1D88-2B0A21BAEC96}"/>
                      </a:ext>
                    </a:extLst>
                  </p:cNvPr>
                  <p:cNvCxnSpPr>
                    <a:stCxn id="175" idx="1"/>
                    <a:endCxn id="173" idx="0"/>
                  </p:cNvCxnSpPr>
                  <p:nvPr/>
                </p:nvCxnSpPr>
                <p:spPr>
                  <a:xfrm rot="10800000" flipV="1">
                    <a:off x="688484" y="1590944"/>
                    <a:ext cx="529989" cy="222668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曲线连接符 186">
                    <a:extLst>
                      <a:ext uri="{FF2B5EF4-FFF2-40B4-BE49-F238E27FC236}">
                        <a16:creationId xmlns:a16="http://schemas.microsoft.com/office/drawing/2014/main" id="{B8E3AA28-6483-C313-258A-AB2AC6F72BE1}"/>
                      </a:ext>
                    </a:extLst>
                  </p:cNvPr>
                  <p:cNvCxnSpPr>
                    <a:stCxn id="178" idx="1"/>
                    <a:endCxn id="174" idx="2"/>
                  </p:cNvCxnSpPr>
                  <p:nvPr/>
                </p:nvCxnSpPr>
                <p:spPr>
                  <a:xfrm rot="10800000">
                    <a:off x="700234" y="3545937"/>
                    <a:ext cx="527607" cy="20671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曲线连接符 187">
                    <a:extLst>
                      <a:ext uri="{FF2B5EF4-FFF2-40B4-BE49-F238E27FC236}">
                        <a16:creationId xmlns:a16="http://schemas.microsoft.com/office/drawing/2014/main" id="{9315D56F-41BC-40E4-D11B-8C2BDDFF6479}"/>
                      </a:ext>
                    </a:extLst>
                  </p:cNvPr>
                  <p:cNvCxnSpPr>
                    <a:stCxn id="180" idx="0"/>
                    <a:endCxn id="181" idx="2"/>
                  </p:cNvCxnSpPr>
                  <p:nvPr/>
                </p:nvCxnSpPr>
                <p:spPr>
                  <a:xfrm rot="16200000" flipV="1">
                    <a:off x="2138466" y="2632827"/>
                    <a:ext cx="281404" cy="365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曲线连接符 188">
                    <a:extLst>
                      <a:ext uri="{FF2B5EF4-FFF2-40B4-BE49-F238E27FC236}">
                        <a16:creationId xmlns:a16="http://schemas.microsoft.com/office/drawing/2014/main" id="{E9B8FA40-BC9D-DDC2-5315-C5727A8C7CC6}"/>
                      </a:ext>
                    </a:extLst>
                  </p:cNvPr>
                  <p:cNvCxnSpPr>
                    <a:stCxn id="181" idx="0"/>
                    <a:endCxn id="175" idx="3"/>
                  </p:cNvCxnSpPr>
                  <p:nvPr/>
                </p:nvCxnSpPr>
                <p:spPr>
                  <a:xfrm rot="16200000" flipV="1">
                    <a:off x="1947080" y="1414873"/>
                    <a:ext cx="154189" cy="506332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曲线连接符 195">
                    <a:extLst>
                      <a:ext uri="{FF2B5EF4-FFF2-40B4-BE49-F238E27FC236}">
                        <a16:creationId xmlns:a16="http://schemas.microsoft.com/office/drawing/2014/main" id="{68B95511-4708-D1FE-E0C4-06D91D2F26B8}"/>
                      </a:ext>
                    </a:extLst>
                  </p:cNvPr>
                  <p:cNvCxnSpPr>
                    <a:endCxn id="174" idx="0"/>
                  </p:cNvCxnSpPr>
                  <p:nvPr/>
                </p:nvCxnSpPr>
                <p:spPr>
                  <a:xfrm rot="5400000">
                    <a:off x="615699" y="2721924"/>
                    <a:ext cx="169071" cy="1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曲线连接符 196">
                    <a:extLst>
                      <a:ext uri="{FF2B5EF4-FFF2-40B4-BE49-F238E27FC236}">
                        <a16:creationId xmlns:a16="http://schemas.microsoft.com/office/drawing/2014/main" id="{C201DFEA-ECB7-CA44-DDB4-F8FBBC2372E2}"/>
                      </a:ext>
                    </a:extLst>
                  </p:cNvPr>
                  <p:cNvCxnSpPr>
                    <a:stCxn id="178" idx="3"/>
                    <a:endCxn id="180" idx="2"/>
                  </p:cNvCxnSpPr>
                  <p:nvPr/>
                </p:nvCxnSpPr>
                <p:spPr>
                  <a:xfrm flipV="1">
                    <a:off x="1813753" y="3515957"/>
                    <a:ext cx="467243" cy="236690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08" name="图片 207">
                    <a:extLst>
                      <a:ext uri="{FF2B5EF4-FFF2-40B4-BE49-F238E27FC236}">
                        <a16:creationId xmlns:a16="http://schemas.microsoft.com/office/drawing/2014/main" id="{31508452-2E36-B38D-BCC9-B3445C4DF8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BEBA8EAE-BF5A-486C-A8C5-ECC9F3942E4B}">
                        <a14:imgProps xmlns:a14="http://schemas.microsoft.com/office/drawing/2010/main">
                          <a14:imgLayer r:embed="rId8">
                            <a14:imgEffect>
                              <a14:backgroundRemoval t="11816" b="39497" l="7889" r="20199"/>
                            </a14:imgEffect>
                          </a14:imgLayer>
                        </a14:imgProps>
                      </a:ext>
                    </a:extLst>
                  </a:blip>
                  <a:srcRect l="6350" t="8356" r="78262" b="57043"/>
                  <a:stretch>
                    <a:fillRect/>
                  </a:stretch>
                </p:blipFill>
                <p:spPr>
                  <a:xfrm>
                    <a:off x="3166703" y="2105238"/>
                    <a:ext cx="563012" cy="688865"/>
                  </a:xfrm>
                  <a:prstGeom prst="rect">
                    <a:avLst/>
                  </a:prstGeom>
                </p:spPr>
              </p:pic>
              <p:pic>
                <p:nvPicPr>
                  <p:cNvPr id="209" name="图片 208">
                    <a:extLst>
                      <a:ext uri="{FF2B5EF4-FFF2-40B4-BE49-F238E27FC236}">
                        <a16:creationId xmlns:a16="http://schemas.microsoft.com/office/drawing/2014/main" id="{EFE1D7F4-129A-D3D9-28CC-97739CFC68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60513" b="83445" l="19218" r="28131">
                                <a14:foregroundMark x1="22359" y1="61835" x2="26773" y2="62633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rcRect l="18104" t="57647" r="70755" b="13689"/>
                  <a:stretch>
                    <a:fillRect/>
                  </a:stretch>
                </p:blipFill>
                <p:spPr>
                  <a:xfrm>
                    <a:off x="3898636" y="2539498"/>
                    <a:ext cx="528198" cy="739477"/>
                  </a:xfrm>
                  <a:prstGeom prst="rect">
                    <a:avLst/>
                  </a:prstGeom>
                </p:spPr>
              </p:pic>
              <p:pic>
                <p:nvPicPr>
                  <p:cNvPr id="211" name="图片 210">
                    <a:extLst>
                      <a:ext uri="{FF2B5EF4-FFF2-40B4-BE49-F238E27FC236}">
                        <a16:creationId xmlns:a16="http://schemas.microsoft.com/office/drawing/2014/main" id="{C4F4D747-1D45-CAF1-CB07-A0BADD0DA8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5285" b="39434" l="59270" r="69252"/>
                            </a14:imgEffect>
                          </a14:imgLayer>
                        </a14:imgProps>
                      </a:ext>
                    </a:extLst>
                  </a:blip>
                  <a:srcRect l="58022" t="12267" r="29500" b="57547"/>
                  <a:stretch>
                    <a:fillRect/>
                  </a:stretch>
                </p:blipFill>
                <p:spPr>
                  <a:xfrm>
                    <a:off x="4645930" y="2533190"/>
                    <a:ext cx="562840" cy="740902"/>
                  </a:xfrm>
                  <a:prstGeom prst="rect">
                    <a:avLst/>
                  </a:prstGeom>
                </p:spPr>
              </p:pic>
              <p:pic>
                <p:nvPicPr>
                  <p:cNvPr id="212" name="图片 211">
                    <a:extLst>
                      <a:ext uri="{FF2B5EF4-FFF2-40B4-BE49-F238E27FC236}">
                        <a16:creationId xmlns:a16="http://schemas.microsoft.com/office/drawing/2014/main" id="{B76BB447-A219-B118-4C2F-FA1A3D6D56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15">
                            <a14:imgEffect>
                              <a14:backgroundRemoval t="16417" b="40173" l="89055" r="98158"/>
                            </a14:imgEffect>
                          </a14:imgLayer>
                        </a14:imgProps>
                      </a:ext>
                    </a:extLst>
                  </a:blip>
                  <a:srcRect l="87917" t="13447" r="704" b="56857"/>
                  <a:stretch>
                    <a:fillRect/>
                  </a:stretch>
                </p:blipFill>
                <p:spPr>
                  <a:xfrm>
                    <a:off x="5247215" y="2028408"/>
                    <a:ext cx="521548" cy="740600"/>
                  </a:xfrm>
                  <a:prstGeom prst="rect">
                    <a:avLst/>
                  </a:prstGeom>
                </p:spPr>
              </p:pic>
              <p:pic>
                <p:nvPicPr>
                  <p:cNvPr id="213" name="图片 212">
                    <a:extLst>
                      <a:ext uri="{FF2B5EF4-FFF2-40B4-BE49-F238E27FC236}">
                        <a16:creationId xmlns:a16="http://schemas.microsoft.com/office/drawing/2014/main" id="{DDE3F535-2FE2-3291-1C5A-0185C0ED03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BEBA8EAE-BF5A-486C-A8C5-ECC9F3942E4B}">
                        <a14:imgProps xmlns:a14="http://schemas.microsoft.com/office/drawing/2010/main">
                          <a14:imgLayer r:embed="rId17">
                            <a14:imgEffect>
                              <a14:backgroundRemoval t="16909" b="40658" l="46413" r="56395"/>
                            </a14:imgEffect>
                          </a14:imgLayer>
                        </a14:imgProps>
                      </a:ext>
                    </a:extLst>
                  </a:blip>
                  <a:srcRect l="45165" t="13940" r="42357" b="56373"/>
                  <a:stretch>
                    <a:fillRect/>
                  </a:stretch>
                </p:blipFill>
                <p:spPr>
                  <a:xfrm>
                    <a:off x="5286246" y="1132558"/>
                    <a:ext cx="578399" cy="748820"/>
                  </a:xfrm>
                  <a:prstGeom prst="rect">
                    <a:avLst/>
                  </a:prstGeom>
                </p:spPr>
              </p:pic>
              <p:grpSp>
                <p:nvGrpSpPr>
                  <p:cNvPr id="227" name="组合 226">
                    <a:extLst>
                      <a:ext uri="{FF2B5EF4-FFF2-40B4-BE49-F238E27FC236}">
                        <a16:creationId xmlns:a16="http://schemas.microsoft.com/office/drawing/2014/main" id="{DB1D98BB-A893-321D-EAFA-BE179E2986CD}"/>
                      </a:ext>
                    </a:extLst>
                  </p:cNvPr>
                  <p:cNvGrpSpPr/>
                  <p:nvPr/>
                </p:nvGrpSpPr>
                <p:grpSpPr>
                  <a:xfrm>
                    <a:off x="3151796" y="1048275"/>
                    <a:ext cx="649971" cy="972719"/>
                    <a:chOff x="3301696" y="1168195"/>
                    <a:chExt cx="649971" cy="972719"/>
                  </a:xfrm>
                </p:grpSpPr>
                <p:pic>
                  <p:nvPicPr>
                    <p:cNvPr id="210" name="图片 209">
                      <a:extLst>
                        <a:ext uri="{FF2B5EF4-FFF2-40B4-BE49-F238E27FC236}">
                          <a16:creationId xmlns:a16="http://schemas.microsoft.com/office/drawing/2014/main" id="{E0F867C8-5007-4FE5-FD52-97CA26DF7CC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19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3301696" y="1431612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1" name="图片 220">
                      <a:extLst>
                        <a:ext uri="{FF2B5EF4-FFF2-40B4-BE49-F238E27FC236}">
                          <a16:creationId xmlns:a16="http://schemas.microsoft.com/office/drawing/2014/main" id="{B4E7F2DE-552C-DA98-C45C-586A9F7295F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3398929" y="1168195"/>
                      <a:ext cx="552738" cy="552738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2" name="曲线连接符 221">
                    <a:extLst>
                      <a:ext uri="{FF2B5EF4-FFF2-40B4-BE49-F238E27FC236}">
                        <a16:creationId xmlns:a16="http://schemas.microsoft.com/office/drawing/2014/main" id="{AC84EEC6-EC0F-2D33-F5E3-8A6DFF2A1B82}"/>
                      </a:ext>
                    </a:extLst>
                  </p:cNvPr>
                  <p:cNvCxnSpPr>
                    <a:stCxn id="210" idx="2"/>
                    <a:endCxn id="208" idx="0"/>
                  </p:cNvCxnSpPr>
                  <p:nvPr/>
                </p:nvCxnSpPr>
                <p:spPr>
                  <a:xfrm rot="16200000" flipH="1">
                    <a:off x="3396014" y="2053043"/>
                    <a:ext cx="84244" cy="20145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曲线连接符 228">
                    <a:extLst>
                      <a:ext uri="{FF2B5EF4-FFF2-40B4-BE49-F238E27FC236}">
                        <a16:creationId xmlns:a16="http://schemas.microsoft.com/office/drawing/2014/main" id="{FC8B2B30-F2E0-7177-1686-526D0911C6C8}"/>
                      </a:ext>
                    </a:extLst>
                  </p:cNvPr>
                  <p:cNvCxnSpPr>
                    <a:stCxn id="208" idx="2"/>
                    <a:endCxn id="209" idx="1"/>
                  </p:cNvCxnSpPr>
                  <p:nvPr/>
                </p:nvCxnSpPr>
                <p:spPr>
                  <a:xfrm rot="16200000" flipH="1">
                    <a:off x="3615855" y="2626456"/>
                    <a:ext cx="115134" cy="450427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曲线连接符 231">
                    <a:extLst>
                      <a:ext uri="{FF2B5EF4-FFF2-40B4-BE49-F238E27FC236}">
                        <a16:creationId xmlns:a16="http://schemas.microsoft.com/office/drawing/2014/main" id="{410BDE03-3ABD-0E11-DE50-64DD310A691F}"/>
                      </a:ext>
                    </a:extLst>
                  </p:cNvPr>
                  <p:cNvCxnSpPr>
                    <a:endCxn id="213" idx="2"/>
                  </p:cNvCxnSpPr>
                  <p:nvPr/>
                </p:nvCxnSpPr>
                <p:spPr>
                  <a:xfrm rot="5400000" flipH="1" flipV="1">
                    <a:off x="5471081" y="1985743"/>
                    <a:ext cx="208730" cy="12700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曲线连接符 234">
                    <a:extLst>
                      <a:ext uri="{FF2B5EF4-FFF2-40B4-BE49-F238E27FC236}">
                        <a16:creationId xmlns:a16="http://schemas.microsoft.com/office/drawing/2014/main" id="{2EA0123F-5D9D-F084-963A-19C49930D20A}"/>
                      </a:ext>
                    </a:extLst>
                  </p:cNvPr>
                  <p:cNvCxnSpPr>
                    <a:stCxn id="211" idx="1"/>
                    <a:endCxn id="209" idx="3"/>
                  </p:cNvCxnSpPr>
                  <p:nvPr/>
                </p:nvCxnSpPr>
                <p:spPr>
                  <a:xfrm rot="10800000" flipV="1">
                    <a:off x="4426834" y="2903641"/>
                    <a:ext cx="219096" cy="5596"/>
                  </a:xfrm>
                  <a:prstGeom prst="curvedConnector3">
                    <a:avLst>
                      <a:gd name="adj1" fmla="val 50000"/>
                    </a:avLst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曲线连接符 235">
                    <a:extLst>
                      <a:ext uri="{FF2B5EF4-FFF2-40B4-BE49-F238E27FC236}">
                        <a16:creationId xmlns:a16="http://schemas.microsoft.com/office/drawing/2014/main" id="{49DABC31-A0E5-7A77-2CDA-5057A748D879}"/>
                      </a:ext>
                    </a:extLst>
                  </p:cNvPr>
                  <p:cNvCxnSpPr>
                    <a:stCxn id="212" idx="2"/>
                    <a:endCxn id="211" idx="3"/>
                  </p:cNvCxnSpPr>
                  <p:nvPr/>
                </p:nvCxnSpPr>
                <p:spPr>
                  <a:xfrm rot="5400000">
                    <a:off x="5291064" y="2686715"/>
                    <a:ext cx="134633" cy="299219"/>
                  </a:xfrm>
                  <a:prstGeom prst="curved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1" name="组合 40">
                    <a:extLst>
                      <a:ext uri="{FF2B5EF4-FFF2-40B4-BE49-F238E27FC236}">
                        <a16:creationId xmlns:a16="http://schemas.microsoft.com/office/drawing/2014/main" id="{1B705623-6A9D-4B77-EA93-29C2E349804A}"/>
                      </a:ext>
                    </a:extLst>
                  </p:cNvPr>
                  <p:cNvGrpSpPr/>
                  <p:nvPr/>
                </p:nvGrpSpPr>
                <p:grpSpPr>
                  <a:xfrm>
                    <a:off x="1021687" y="982416"/>
                    <a:ext cx="952756" cy="1107595"/>
                    <a:chOff x="1021687" y="1087346"/>
                    <a:chExt cx="952756" cy="1107595"/>
                  </a:xfrm>
                </p:grpSpPr>
                <p:pic>
                  <p:nvPicPr>
                    <p:cNvPr id="175" name="图片 174">
                      <a:extLst>
                        <a:ext uri="{FF2B5EF4-FFF2-40B4-BE49-F238E27FC236}">
                          <a16:creationId xmlns:a16="http://schemas.microsoft.com/office/drawing/2014/main" id="{6E1128E2-4FF0-4A5E-57C7-E0E138F54A1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8">
                      <a:extLst>
                        <a:ext uri="{BEBA8EAE-BF5A-486C-A8C5-ECC9F3942E4B}">
                          <a14:imgProps xmlns:a14="http://schemas.microsoft.com/office/drawing/2010/main">
                            <a14:imgLayer r:embed="rId21">
                              <a14:imgEffect>
                                <a14:backgroundRemoval t="15908" b="40930" l="45591" r="56197"/>
                              </a14:imgEffect>
                            </a14:imgLayer>
                          </a14:imgProps>
                        </a:ext>
                      </a:extLst>
                    </a:blip>
                    <a:srcRect l="44265" t="12780" r="42477" b="55942"/>
                    <a:stretch>
                      <a:fillRect/>
                    </a:stretch>
                  </p:blipFill>
                  <p:spPr>
                    <a:xfrm>
                      <a:off x="1218472" y="1341223"/>
                      <a:ext cx="552536" cy="70930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0" name="图片 219">
                      <a:extLst>
                        <a:ext uri="{FF2B5EF4-FFF2-40B4-BE49-F238E27FC236}">
                          <a16:creationId xmlns:a16="http://schemas.microsoft.com/office/drawing/2014/main" id="{F9070CF1-B5FA-B644-9489-898FD7D44B4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91206">
                      <a:off x="1300478" y="1087346"/>
                      <a:ext cx="552738" cy="55273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TextBox 106">
                      <a:extLst>
                        <a:ext uri="{FF2B5EF4-FFF2-40B4-BE49-F238E27FC236}">
                          <a16:creationId xmlns:a16="http://schemas.microsoft.com/office/drawing/2014/main" id="{A7E476EC-0CE9-C2A8-294B-CABC26021F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1687" y="2010275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70C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Guardian</a:t>
                      </a:r>
                      <a:endParaRPr sz="1200" b="1" i="0" dirty="0">
                        <a:solidFill>
                          <a:srgbClr val="0070C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8" name="组合 37">
                    <a:extLst>
                      <a:ext uri="{FF2B5EF4-FFF2-40B4-BE49-F238E27FC236}">
                        <a16:creationId xmlns:a16="http://schemas.microsoft.com/office/drawing/2014/main" id="{9BAD3CAF-8BB7-5651-1687-74BAE3C81C91}"/>
                      </a:ext>
                    </a:extLst>
                  </p:cNvPr>
                  <p:cNvGrpSpPr/>
                  <p:nvPr/>
                </p:nvGrpSpPr>
                <p:grpSpPr>
                  <a:xfrm>
                    <a:off x="1040637" y="3367010"/>
                    <a:ext cx="952756" cy="914888"/>
                    <a:chOff x="1040637" y="3097190"/>
                    <a:chExt cx="952756" cy="914888"/>
                  </a:xfrm>
                </p:grpSpPr>
                <p:pic>
                  <p:nvPicPr>
                    <p:cNvPr id="178" name="图片 177">
                      <a:extLst>
                        <a:ext uri="{FF2B5EF4-FFF2-40B4-BE49-F238E27FC236}">
                          <a16:creationId xmlns:a16="http://schemas.microsoft.com/office/drawing/2014/main" id="{37955A08-039A-1A80-9E37-37967B6D4C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BEBA8EAE-BF5A-486C-A8C5-ECC9F3942E4B}">
                          <a14:imgProps xmlns:a14="http://schemas.microsoft.com/office/drawing/2010/main">
                            <a14:imgLayer r:embed="rId22">
                              <a14:imgEffect>
                                <a14:backgroundRemoval t="15285" b="39434" l="59270" r="69252"/>
                              </a14:imgEffect>
                            </a14:imgLayer>
                          </a14:imgProps>
                        </a:ext>
                      </a:extLst>
                    </a:blip>
                    <a:srcRect l="58022" t="12267" r="29500" b="57547"/>
                    <a:stretch>
                      <a:fillRect/>
                    </a:stretch>
                  </p:blipFill>
                  <p:spPr>
                    <a:xfrm>
                      <a:off x="1227840" y="3097190"/>
                      <a:ext cx="585913" cy="77127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" name="TextBox 106">
                      <a:extLst>
                        <a:ext uri="{FF2B5EF4-FFF2-40B4-BE49-F238E27FC236}">
                          <a16:creationId xmlns:a16="http://schemas.microsoft.com/office/drawing/2014/main" id="{DA22626D-B9F4-7DBE-6636-31F44807C8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0637" y="3827412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0" name="组合 39">
                    <a:extLst>
                      <a:ext uri="{FF2B5EF4-FFF2-40B4-BE49-F238E27FC236}">
                        <a16:creationId xmlns:a16="http://schemas.microsoft.com/office/drawing/2014/main" id="{F0E4DC92-1ADA-C338-860D-9504CF29FF7A}"/>
                      </a:ext>
                    </a:extLst>
                  </p:cNvPr>
                  <p:cNvGrpSpPr/>
                  <p:nvPr/>
                </p:nvGrpSpPr>
                <p:grpSpPr>
                  <a:xfrm>
                    <a:off x="1778158" y="2775357"/>
                    <a:ext cx="952756" cy="848419"/>
                    <a:chOff x="1778158" y="2670427"/>
                    <a:chExt cx="952756" cy="848419"/>
                  </a:xfrm>
                </p:grpSpPr>
                <p:pic>
                  <p:nvPicPr>
                    <p:cNvPr id="180" name="图片 179">
                      <a:extLst>
                        <a:ext uri="{FF2B5EF4-FFF2-40B4-BE49-F238E27FC236}">
                          <a16:creationId xmlns:a16="http://schemas.microsoft.com/office/drawing/2014/main" id="{FB20C29E-9243-EB08-0976-A8A7B0CF3C7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4">
                      <a:extLst>
                        <a:ext uri="{BEBA8EAE-BF5A-486C-A8C5-ECC9F3942E4B}">
                          <a14:imgProps xmlns:a14="http://schemas.microsoft.com/office/drawing/2010/main">
                            <a14:imgLayer r:embed="rId23">
                              <a14:imgEffect>
                                <a14:backgroundRemoval t="16417" b="40173" l="89055" r="98158"/>
                              </a14:imgEffect>
                            </a14:imgLayer>
                          </a14:imgProps>
                        </a:ext>
                      </a:extLst>
                    </a:blip>
                    <a:srcRect l="87917" t="13447" r="704" b="56857"/>
                    <a:stretch>
                      <a:fillRect/>
                    </a:stretch>
                  </p:blipFill>
                  <p:spPr>
                    <a:xfrm>
                      <a:off x="2020222" y="2670427"/>
                      <a:ext cx="521548" cy="7406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TextBox 106">
                      <a:extLst>
                        <a:ext uri="{FF2B5EF4-FFF2-40B4-BE49-F238E27FC236}">
                          <a16:creationId xmlns:a16="http://schemas.microsoft.com/office/drawing/2014/main" id="{C100B302-F6EE-0B07-8167-C5E1389B1E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78158" y="333418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C6CD4000-158D-BD58-4575-C7FC45517B6D}"/>
                      </a:ext>
                    </a:extLst>
                  </p:cNvPr>
                  <p:cNvGrpSpPr/>
                  <p:nvPr/>
                </p:nvGrpSpPr>
                <p:grpSpPr>
                  <a:xfrm>
                    <a:off x="235723" y="2806460"/>
                    <a:ext cx="952756" cy="863980"/>
                    <a:chOff x="235723" y="2671550"/>
                    <a:chExt cx="952756" cy="863980"/>
                  </a:xfrm>
                </p:grpSpPr>
                <p:pic>
                  <p:nvPicPr>
                    <p:cNvPr id="174" name="图片 173">
                      <a:extLst>
                        <a:ext uri="{FF2B5EF4-FFF2-40B4-BE49-F238E27FC236}">
                          <a16:creationId xmlns:a16="http://schemas.microsoft.com/office/drawing/2014/main" id="{FC80C040-3D40-4E71-6DE7-FDB5561D781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BEBA8EAE-BF5A-486C-A8C5-ECC9F3942E4B}">
                          <a14:imgProps xmlns:a14="http://schemas.microsoft.com/office/drawing/2010/main">
                            <a14:imgLayer r:embed="rId24">
                              <a14:imgEffect>
                                <a14:backgroundRemoval t="60513" b="83445" l="19218" r="28131">
                                  <a14:foregroundMark x1="22359" y1="61835" x2="26773" y2="62633"/>
                                </a14:backgroundRemoval>
                              </a14:imgEffect>
                            </a14:imgLayer>
                          </a14:imgProps>
                        </a:ext>
                      </a:extLst>
                    </a:blip>
                    <a:srcRect l="18104" t="57647" r="70755" b="13689"/>
                    <a:stretch>
                      <a:fillRect/>
                    </a:stretch>
                  </p:blipFill>
                  <p:spPr>
                    <a:xfrm>
                      <a:off x="436134" y="2671550"/>
                      <a:ext cx="528198" cy="73947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" name="TextBox 106">
                      <a:extLst>
                        <a:ext uri="{FF2B5EF4-FFF2-40B4-BE49-F238E27FC236}">
                          <a16:creationId xmlns:a16="http://schemas.microsoft.com/office/drawing/2014/main" id="{3E2218B9-2579-0826-544B-6283B3DB78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5723" y="3350864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4" name="组合 43">
                    <a:extLst>
                      <a:ext uri="{FF2B5EF4-FFF2-40B4-BE49-F238E27FC236}">
                        <a16:creationId xmlns:a16="http://schemas.microsoft.com/office/drawing/2014/main" id="{4F416517-0828-CE8D-33E2-4D0081567978}"/>
                      </a:ext>
                    </a:extLst>
                  </p:cNvPr>
                  <p:cNvGrpSpPr/>
                  <p:nvPr/>
                </p:nvGrpSpPr>
                <p:grpSpPr>
                  <a:xfrm>
                    <a:off x="216936" y="1813612"/>
                    <a:ext cx="952756" cy="823333"/>
                    <a:chOff x="216936" y="1813612"/>
                    <a:chExt cx="952756" cy="823333"/>
                  </a:xfrm>
                </p:grpSpPr>
                <p:pic>
                  <p:nvPicPr>
                    <p:cNvPr id="173" name="图片 172">
                      <a:extLst>
                        <a:ext uri="{FF2B5EF4-FFF2-40B4-BE49-F238E27FC236}">
                          <a16:creationId xmlns:a16="http://schemas.microsoft.com/office/drawing/2014/main" id="{503038CA-BC1C-F97B-F787-D9C6CF7474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BEBA8EAE-BF5A-486C-A8C5-ECC9F3942E4B}">
                          <a14:imgProps xmlns:a14="http://schemas.microsoft.com/office/drawing/2010/main">
                            <a14:imgLayer r:embed="rId25">
                              <a14:imgEffect>
                                <a14:backgroundRemoval t="11816" b="39497" l="7889" r="20199"/>
                              </a14:imgEffect>
                            </a14:imgLayer>
                          </a14:imgProps>
                        </a:ext>
                      </a:extLst>
                    </a:blip>
                    <a:srcRect l="6350" t="8356" r="78262" b="57043"/>
                    <a:stretch>
                      <a:fillRect/>
                    </a:stretch>
                  </p:blipFill>
                  <p:spPr>
                    <a:xfrm>
                      <a:off x="406977" y="1813612"/>
                      <a:ext cx="563012" cy="68886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6" name="TextBox 106">
                      <a:extLst>
                        <a:ext uri="{FF2B5EF4-FFF2-40B4-BE49-F238E27FC236}">
                          <a16:creationId xmlns:a16="http://schemas.microsoft.com/office/drawing/2014/main" id="{8B1E4F40-F5D4-5D23-84D2-D7810BE5BF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936" y="2452279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DCCE7D68-770C-8752-2AB5-F2562DC8ABC4}"/>
                      </a:ext>
                    </a:extLst>
                  </p:cNvPr>
                  <p:cNvGrpSpPr/>
                  <p:nvPr/>
                </p:nvGrpSpPr>
                <p:grpSpPr>
                  <a:xfrm>
                    <a:off x="1792519" y="1745133"/>
                    <a:ext cx="952756" cy="874073"/>
                    <a:chOff x="1792519" y="1745133"/>
                    <a:chExt cx="952756" cy="874073"/>
                  </a:xfrm>
                </p:grpSpPr>
                <p:pic>
                  <p:nvPicPr>
                    <p:cNvPr id="181" name="图片 180">
                      <a:extLst>
                        <a:ext uri="{FF2B5EF4-FFF2-40B4-BE49-F238E27FC236}">
                          <a16:creationId xmlns:a16="http://schemas.microsoft.com/office/drawing/2014/main" id="{E5EA9B08-4AF7-1859-4E9E-EB8331797D3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6">
                      <a:extLst>
                        <a:ext uri="{BEBA8EAE-BF5A-486C-A8C5-ECC9F3942E4B}">
                          <a14:imgProps xmlns:a14="http://schemas.microsoft.com/office/drawing/2010/main">
                            <a14:imgLayer r:embed="rId26">
                              <a14:imgEffect>
                                <a14:backgroundRemoval t="16909" b="40658" l="46413" r="56395"/>
                              </a14:imgEffect>
                            </a14:imgLayer>
                          </a14:imgProps>
                        </a:ext>
                      </a:extLst>
                    </a:blip>
                    <a:srcRect l="45165" t="13940" r="42357" b="56373"/>
                    <a:stretch>
                      <a:fillRect/>
                    </a:stretch>
                  </p:blipFill>
                  <p:spPr>
                    <a:xfrm>
                      <a:off x="1988140" y="1745133"/>
                      <a:ext cx="578399" cy="7488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TextBox 106">
                      <a:extLst>
                        <a:ext uri="{FF2B5EF4-FFF2-40B4-BE49-F238E27FC236}">
                          <a16:creationId xmlns:a16="http://schemas.microsoft.com/office/drawing/2014/main" id="{8407EA0E-FE07-A6B1-6B42-3BB7E6FF57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92519" y="2434540"/>
                      <a:ext cx="9527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:r>
                        <a:rPr lang="en-US" altLang="zh-CN" sz="1200" b="1" i="0" dirty="0">
                          <a:solidFill>
                            <a:srgbClr val="00206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Auditor</a:t>
                      </a:r>
                      <a:endParaRPr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51" name="Down Arrow 79">
                    <a:extLst>
                      <a:ext uri="{FF2B5EF4-FFF2-40B4-BE49-F238E27FC236}">
                        <a16:creationId xmlns:a16="http://schemas.microsoft.com/office/drawing/2014/main" id="{EDE9C58A-4CD2-D8D4-087D-67C5AF75993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985068" y="2979804"/>
                    <a:ext cx="373645" cy="464366"/>
                  </a:xfrm>
                  <a:prstGeom prst="downArrow">
                    <a:avLst/>
                  </a:prstGeom>
                  <a:solidFill>
                    <a:srgbClr val="7992B5"/>
                  </a:solidFill>
                  <a:ln w="8890">
                    <a:solidFill>
                      <a:srgbClr val="7992B5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2" name="Cloud Callout 52">
                    <a:extLst>
                      <a:ext uri="{FF2B5EF4-FFF2-40B4-BE49-F238E27FC236}">
                        <a16:creationId xmlns:a16="http://schemas.microsoft.com/office/drawing/2014/main" id="{AF4509A3-862C-64F5-7E49-9C7F8C48033A}"/>
                      </a:ext>
                    </a:extLst>
                  </p:cNvPr>
                  <p:cNvSpPr/>
                  <p:nvPr/>
                </p:nvSpPr>
                <p:spPr>
                  <a:xfrm rot="1843145">
                    <a:off x="3604942" y="2021264"/>
                    <a:ext cx="469759" cy="375866"/>
                  </a:xfrm>
                  <a:prstGeom prst="cloudCallout">
                    <a:avLst/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5" name="Cloud Callout 52">
                    <a:extLst>
                      <a:ext uri="{FF2B5EF4-FFF2-40B4-BE49-F238E27FC236}">
                        <a16:creationId xmlns:a16="http://schemas.microsoft.com/office/drawing/2014/main" id="{D869C128-8C83-6038-0990-CDB0E026B442}"/>
                      </a:ext>
                    </a:extLst>
                  </p:cNvPr>
                  <p:cNvSpPr/>
                  <p:nvPr/>
                </p:nvSpPr>
                <p:spPr>
                  <a:xfrm rot="1843145">
                    <a:off x="4818225" y="1123479"/>
                    <a:ext cx="469759" cy="375866"/>
                  </a:xfrm>
                  <a:prstGeom prst="cloudCallout">
                    <a:avLst>
                      <a:gd name="adj1" fmla="val 73393"/>
                      <a:gd name="adj2" fmla="val 34276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6" name="Cloud Callout 52">
                    <a:extLst>
                      <a:ext uri="{FF2B5EF4-FFF2-40B4-BE49-F238E27FC236}">
                        <a16:creationId xmlns:a16="http://schemas.microsoft.com/office/drawing/2014/main" id="{ADB955E2-AE5B-7310-3132-1B76F77768BB}"/>
                      </a:ext>
                    </a:extLst>
                  </p:cNvPr>
                  <p:cNvSpPr/>
                  <p:nvPr/>
                </p:nvSpPr>
                <p:spPr>
                  <a:xfrm rot="1843145">
                    <a:off x="4863929" y="1769821"/>
                    <a:ext cx="469759" cy="375866"/>
                  </a:xfrm>
                  <a:prstGeom prst="cloudCallout">
                    <a:avLst>
                      <a:gd name="adj1" fmla="val 68662"/>
                      <a:gd name="adj2" fmla="val -22519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7" name="Cloud Callout 52">
                    <a:extLst>
                      <a:ext uri="{FF2B5EF4-FFF2-40B4-BE49-F238E27FC236}">
                        <a16:creationId xmlns:a16="http://schemas.microsoft.com/office/drawing/2014/main" id="{053DC4E5-771F-DB2E-EF4C-E9D900406B63}"/>
                      </a:ext>
                    </a:extLst>
                  </p:cNvPr>
                  <p:cNvSpPr/>
                  <p:nvPr/>
                </p:nvSpPr>
                <p:spPr>
                  <a:xfrm rot="1843145">
                    <a:off x="4353806" y="1858478"/>
                    <a:ext cx="469759" cy="375866"/>
                  </a:xfrm>
                  <a:prstGeom prst="cloudCallout">
                    <a:avLst>
                      <a:gd name="adj1" fmla="val 94067"/>
                      <a:gd name="adj2" fmla="val 69953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8" name="Cloud Callout 52">
                    <a:extLst>
                      <a:ext uri="{FF2B5EF4-FFF2-40B4-BE49-F238E27FC236}">
                        <a16:creationId xmlns:a16="http://schemas.microsoft.com/office/drawing/2014/main" id="{B1C3B78A-C109-4251-3A37-51A4FD8DFA4A}"/>
                      </a:ext>
                    </a:extLst>
                  </p:cNvPr>
                  <p:cNvSpPr/>
                  <p:nvPr/>
                </p:nvSpPr>
                <p:spPr>
                  <a:xfrm rot="1843145">
                    <a:off x="4115220" y="2219575"/>
                    <a:ext cx="469759" cy="375866"/>
                  </a:xfrm>
                  <a:prstGeom prst="cloudCallout">
                    <a:avLst>
                      <a:gd name="adj1" fmla="val -32919"/>
                      <a:gd name="adj2" fmla="val 76115"/>
                    </a:avLst>
                  </a:prstGeom>
                  <a:solidFill>
                    <a:srgbClr val="F8F6F1"/>
                  </a:solidFill>
                  <a:ln w="11430">
                    <a:solidFill>
                      <a:srgbClr val="76808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9" name="TextBox 106">
                    <a:extLst>
                      <a:ext uri="{FF2B5EF4-FFF2-40B4-BE49-F238E27FC236}">
                        <a16:creationId xmlns:a16="http://schemas.microsoft.com/office/drawing/2014/main" id="{25AAC767-13CA-1A28-6DCF-D5815FB6AF3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3152" y="4803176"/>
                    <a:ext cx="773125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altLang="zh-CN" sz="1200" b="1" i="0" dirty="0">
                        <a:solidFill>
                          <a:srgbClr val="002060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Judge</a:t>
                    </a:r>
                    <a:endParaRPr sz="1200" b="1" i="0" dirty="0">
                      <a:solidFill>
                        <a:srgbClr val="002060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67" name="肘形连接符 66">
                    <a:extLst>
                      <a:ext uri="{FF2B5EF4-FFF2-40B4-BE49-F238E27FC236}">
                        <a16:creationId xmlns:a16="http://schemas.microsoft.com/office/drawing/2014/main" id="{C7CE2423-93FE-BBC6-05FF-2A32F5B425CA}"/>
                      </a:ext>
                    </a:extLst>
                  </p:cNvPr>
                  <p:cNvCxnSpPr>
                    <a:stCxn id="82" idx="2"/>
                    <a:endCxn id="107" idx="1"/>
                  </p:cNvCxnSpPr>
                  <p:nvPr/>
                </p:nvCxnSpPr>
                <p:spPr>
                  <a:xfrm rot="16200000" flipH="1">
                    <a:off x="4164789" y="4661374"/>
                    <a:ext cx="491589" cy="611166"/>
                  </a:xfrm>
                  <a:prstGeom prst="bentConnector2">
                    <a:avLst/>
                  </a:prstGeom>
                  <a:ln w="33020">
                    <a:solidFill>
                      <a:srgbClr val="587E95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3" name="肘形连接符 72">
                <a:extLst>
                  <a:ext uri="{FF2B5EF4-FFF2-40B4-BE49-F238E27FC236}">
                    <a16:creationId xmlns:a16="http://schemas.microsoft.com/office/drawing/2014/main" id="{B3498EEA-6665-4A96-D806-167557EDF270}"/>
                  </a:ext>
                </a:extLst>
              </p:cNvPr>
              <p:cNvCxnSpPr>
                <a:stCxn id="251" idx="1"/>
                <a:endCxn id="120" idx="0"/>
              </p:cNvCxnSpPr>
              <p:nvPr/>
            </p:nvCxnSpPr>
            <p:spPr>
              <a:xfrm rot="10800000" flipV="1">
                <a:off x="7294581" y="1230886"/>
                <a:ext cx="1378671" cy="1083322"/>
              </a:xfrm>
              <a:prstGeom prst="bentConnector2">
                <a:avLst/>
              </a:prstGeom>
              <a:ln w="3302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五角星 18">
              <a:extLst>
                <a:ext uri="{FF2B5EF4-FFF2-40B4-BE49-F238E27FC236}">
                  <a16:creationId xmlns:a16="http://schemas.microsoft.com/office/drawing/2014/main" id="{8E65C830-3272-486F-CE9D-175042ED24DA}"/>
                </a:ext>
              </a:extLst>
            </p:cNvPr>
            <p:cNvSpPr/>
            <p:nvPr/>
          </p:nvSpPr>
          <p:spPr>
            <a:xfrm>
              <a:off x="2841" y="7989"/>
              <a:ext cx="397" cy="397"/>
            </a:xfrm>
            <a:prstGeom prst="star5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177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3020">
          <a:solidFill>
            <a:schemeClr val="accent6">
              <a:lumMod val="7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Macintosh PowerPoint</Application>
  <PresentationFormat>宽屏</PresentationFormat>
  <Paragraphs>72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AAAI Figures</dc:title>
  <dc:subject>PptxGenJS Presentation</dc:subject>
  <dc:creator>PptxGenJS</dc:creator>
  <cp:lastModifiedBy>YZL</cp:lastModifiedBy>
  <cp:revision>120</cp:revision>
  <dcterms:created xsi:type="dcterms:W3CDTF">2026-07-04T14:34:00Z</dcterms:created>
  <dcterms:modified xsi:type="dcterms:W3CDTF">2026-08-23T04:23:59Z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2358453079674845AAEB5829E47CD550_13</vt:lpwstr>
  </property>
  <property fmtid="{D5CDD505-2E9C-101B-9397-08002B2CF9AE}" pid="3" name="KSOProductBuildVer">
    <vt:lpwstr>2052-12.1.0.26895</vt:lpwstr>
  </property>
</Properties>
</file>